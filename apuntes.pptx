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76" r:id="rId3"/>
    <p:sldId id="274" r:id="rId4"/>
    <p:sldId id="257" r:id="rId5"/>
    <p:sldId id="258" r:id="rId6"/>
    <p:sldId id="287" r:id="rId7"/>
    <p:sldId id="288" r:id="rId8"/>
    <p:sldId id="289" r:id="rId9"/>
    <p:sldId id="277" r:id="rId10"/>
    <p:sldId id="298" r:id="rId11"/>
    <p:sldId id="299" r:id="rId12"/>
    <p:sldId id="301" r:id="rId13"/>
    <p:sldId id="302" r:id="rId14"/>
    <p:sldId id="296" r:id="rId15"/>
    <p:sldId id="297" r:id="rId16"/>
    <p:sldId id="300" r:id="rId17"/>
    <p:sldId id="303" r:id="rId18"/>
    <p:sldId id="304" r:id="rId19"/>
    <p:sldId id="275" r:id="rId20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1C08"/>
    <a:srgbClr val="61280B"/>
    <a:srgbClr val="7530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26" autoAdjust="0"/>
    <p:restoredTop sz="91634" autoAdjust="0"/>
  </p:normalViewPr>
  <p:slideViewPr>
    <p:cSldViewPr snapToGrid="0">
      <p:cViewPr>
        <p:scale>
          <a:sx n="50" d="100"/>
          <a:sy n="50" d="100"/>
        </p:scale>
        <p:origin x="150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343E66-B6F4-42A3-A47B-386FF4292D07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92C2F-54C2-4186-85DA-DEC76D4C817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7481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2C2F-54C2-4186-85DA-DEC76D4C8175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874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2C2F-54C2-4186-85DA-DEC76D4C8175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0642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92C2F-54C2-4186-85DA-DEC76D4C8175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4694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2DE35-8740-2EAE-A2F8-6BDDF8297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BCC17E-B946-9920-51B1-BEC11167F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08972A-7091-C61C-7E1F-900D88C46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F06A55-9679-7339-0376-E0F16369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711DD8-7B18-C3D3-2606-2B90F011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4273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FDFB7-8024-15A8-C6DC-B30C87D8E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CD2802-B2C2-9F82-A0AB-C545865F1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411B39-818F-09E3-BB83-CBD72EE9D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49890A-4AC3-0565-98DB-D3D983261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82798C-877A-677B-D5DB-A285B30A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67990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EBD14-1C00-2523-3B67-6A5F59682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FB994D-6ACB-1312-36D1-F59A3341C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D8977C-30BA-FDA7-7B23-AB3CACF4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FBFDFD-992E-9C9C-E09A-B8E5A02B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D4AC48-BC66-7736-7C03-EDE5EC21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047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373F42-A0E7-E8A6-7B9E-1102820D2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F0906A-9C0A-6B2E-DACF-330E32532E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23ACA4-B99D-A5E8-DA29-5B804C133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333E0D-2C6C-BC1C-30A2-6264A950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9BCEC6-EC92-EC16-EA8B-910EF2A8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9D11F8-C4A8-4BF2-D089-9A2D6F44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14050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02CFE-9D57-EE55-38C2-E71537D1A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FC6710-43A1-0548-18EB-65B7425F7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2A3BF2-3AB2-4474-4BA2-7B4A5FB37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D7A5FE2-8A58-0B8B-82E3-7A3BB7F67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CCCB160-4C93-EB5F-BEA8-74376DD702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C8CBADA-07A8-D877-3E60-CC63AADC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95F0293-F3D1-5E3F-3F91-E11665C4D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240A25E-8130-ACA1-A6E5-1043ADF1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96835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656F7-06FA-5704-B01D-5C8A487B8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6CB1C04-CDD9-318D-3982-0DBAEEFEA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84F4E2-EBD9-5CF3-7A8C-91B61125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906660-0178-A7AC-F548-C03A84260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0082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8DC1CB-C96F-B698-30AE-D0909BA0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D9C9CC-2834-6914-2EFA-1A4BE3A68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7BF08B-152C-8C95-2583-B356C644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510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301D36-F4CA-9125-501E-96F9CCC9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BE9852-91BC-67F8-9886-BE9A7DB15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CD7D392-6BEF-CFC4-6442-82302D187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4D8D1E-B337-371A-2AA3-5FED45E36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79B8F0-21C2-2C7E-4447-F6865195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988E75B-F6A9-7768-AC71-D24193DA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1137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1F82BE-A0E7-FD44-BC77-9BF30E3C1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3F63BC-6EBB-FD6F-9A8F-03FAEBBC2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E19D7E-67E2-40E3-A7C0-A477636A0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02B4ED-2A73-1745-B9E3-D60C862E6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4C5CBF-2A4E-3FDC-A7D8-7FFF9A82E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D322E6-7E9A-FED3-E226-73799582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2782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2302C4-9BF9-64B2-4424-DD1D87A7D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DE85F5-9BC5-DB22-D954-BFFD491E2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A796B8-B6ED-F732-871F-E9B25B078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A682B0-6230-1F3D-29E3-9383CB87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7C2C4B-E991-5FEB-D1BD-79256482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8804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59A9A1-AC31-4477-0478-36DDC1D90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E671A4-1906-4B78-9F1B-510D1823F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7E67C3-DC84-84C0-F710-A9812526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AC06FE-7BCF-AEA9-8F69-07017582F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229CA3-77B9-F197-E3F6-58053F23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6761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6530EB-62ED-462C-97F7-B35A3AD0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81F30F-BB2F-B334-83C1-985FF8C5A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DB9A0B-77DB-D011-B55B-1482FBB58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59F850-42B7-4D68-904A-12E182898AEB}" type="datetimeFigureOut">
              <a:rPr lang="es-CL" smtClean="0"/>
              <a:t>13-08-2025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1375A8-1814-45C3-BF89-3A7A5BC860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319D9F-DF62-92C9-5A42-3C8CB28B4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476B9-BF91-4D37-B4F4-288B2DCEF63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7503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rupo 65">
            <a:extLst>
              <a:ext uri="{FF2B5EF4-FFF2-40B4-BE49-F238E27FC236}">
                <a16:creationId xmlns:a16="http://schemas.microsoft.com/office/drawing/2014/main" id="{FC26E018-666E-AC34-50ED-ABDC7BA7F6CC}"/>
              </a:ext>
            </a:extLst>
          </p:cNvPr>
          <p:cNvGrpSpPr/>
          <p:nvPr/>
        </p:nvGrpSpPr>
        <p:grpSpPr>
          <a:xfrm rot="19828190">
            <a:off x="5426323" y="1794124"/>
            <a:ext cx="1735450" cy="2378424"/>
            <a:chOff x="5904487" y="0"/>
            <a:chExt cx="6287513" cy="6858000"/>
          </a:xfrm>
        </p:grpSpPr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B9EDE2B3-AE26-5323-BEAB-B1A5EF2D5D8C}"/>
                </a:ext>
              </a:extLst>
            </p:cNvPr>
            <p:cNvGrpSpPr/>
            <p:nvPr/>
          </p:nvGrpSpPr>
          <p:grpSpPr>
            <a:xfrm>
              <a:off x="5904487" y="0"/>
              <a:ext cx="6287513" cy="6858000"/>
              <a:chOff x="5904487" y="0"/>
              <a:chExt cx="6287513" cy="6858000"/>
            </a:xfrm>
          </p:grpSpPr>
          <p:sp>
            <p:nvSpPr>
              <p:cNvPr id="79" name="Rectángulo 78">
                <a:extLst>
                  <a:ext uri="{FF2B5EF4-FFF2-40B4-BE49-F238E27FC236}">
                    <a16:creationId xmlns:a16="http://schemas.microsoft.com/office/drawing/2014/main" id="{3856A6E7-72AD-8A20-F7F7-4406A2DA061F}"/>
                  </a:ext>
                </a:extLst>
              </p:cNvPr>
              <p:cNvSpPr/>
              <p:nvPr/>
            </p:nvSpPr>
            <p:spPr>
              <a:xfrm>
                <a:off x="6096000" y="0"/>
                <a:ext cx="6096000" cy="6858000"/>
              </a:xfrm>
              <a:prstGeom prst="rect">
                <a:avLst/>
              </a:prstGeom>
              <a:gradFill>
                <a:gsLst>
                  <a:gs pos="0">
                    <a:srgbClr val="75300D"/>
                  </a:gs>
                  <a:gs pos="100000">
                    <a:srgbClr val="441C08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grpSp>
            <p:nvGrpSpPr>
              <p:cNvPr id="80" name="Grupo 79">
                <a:extLst>
                  <a:ext uri="{FF2B5EF4-FFF2-40B4-BE49-F238E27FC236}">
                    <a16:creationId xmlns:a16="http://schemas.microsoft.com/office/drawing/2014/main" id="{924B975B-695F-F845-5C65-06A57C751EDE}"/>
                  </a:ext>
                </a:extLst>
              </p:cNvPr>
              <p:cNvGrpSpPr/>
              <p:nvPr/>
            </p:nvGrpSpPr>
            <p:grpSpPr>
              <a:xfrm>
                <a:off x="5904487" y="565044"/>
                <a:ext cx="429954" cy="360000"/>
                <a:chOff x="5904487" y="565044"/>
                <a:chExt cx="429954" cy="360000"/>
              </a:xfrm>
            </p:grpSpPr>
            <p:sp>
              <p:nvSpPr>
                <p:cNvPr id="212" name="Rectángulo 211">
                  <a:extLst>
                    <a:ext uri="{FF2B5EF4-FFF2-40B4-BE49-F238E27FC236}">
                      <a16:creationId xmlns:a16="http://schemas.microsoft.com/office/drawing/2014/main" id="{D24CBA2C-5CE4-42CB-C97A-E57D04356096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13" name="Arco de bloque 212">
                  <a:extLst>
                    <a:ext uri="{FF2B5EF4-FFF2-40B4-BE49-F238E27FC236}">
                      <a16:creationId xmlns:a16="http://schemas.microsoft.com/office/drawing/2014/main" id="{FD7AE729-FD42-908F-3487-BDF21262ACC0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81" name="Rectángulo 80">
                <a:extLst>
                  <a:ext uri="{FF2B5EF4-FFF2-40B4-BE49-F238E27FC236}">
                    <a16:creationId xmlns:a16="http://schemas.microsoft.com/office/drawing/2014/main" id="{FFF11798-AB83-05EE-ED3A-ED41824A2B79}"/>
                  </a:ext>
                </a:extLst>
              </p:cNvPr>
              <p:cNvSpPr/>
              <p:nvPr/>
            </p:nvSpPr>
            <p:spPr>
              <a:xfrm>
                <a:off x="6132035" y="954938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83" name="Arco de bloque 82">
                <a:extLst>
                  <a:ext uri="{FF2B5EF4-FFF2-40B4-BE49-F238E27FC236}">
                    <a16:creationId xmlns:a16="http://schemas.microsoft.com/office/drawing/2014/main" id="{6B2977B7-A808-F7C7-BF7F-F7D8AC31B926}"/>
                  </a:ext>
                </a:extLst>
              </p:cNvPr>
              <p:cNvSpPr/>
              <p:nvPr/>
            </p:nvSpPr>
            <p:spPr>
              <a:xfrm>
                <a:off x="5904487" y="847566"/>
                <a:ext cx="360000" cy="360000"/>
              </a:xfrm>
              <a:prstGeom prst="blockArc">
                <a:avLst>
                  <a:gd name="adj1" fmla="val 10800000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85" name="Grupo 84">
                <a:extLst>
                  <a:ext uri="{FF2B5EF4-FFF2-40B4-BE49-F238E27FC236}">
                    <a16:creationId xmlns:a16="http://schemas.microsoft.com/office/drawing/2014/main" id="{4BFB947B-1BC9-BE4D-5268-17BE3EBF2010}"/>
                  </a:ext>
                </a:extLst>
              </p:cNvPr>
              <p:cNvGrpSpPr/>
              <p:nvPr/>
            </p:nvGrpSpPr>
            <p:grpSpPr>
              <a:xfrm>
                <a:off x="5904487" y="847566"/>
                <a:ext cx="429954" cy="360000"/>
                <a:chOff x="5904487" y="565044"/>
                <a:chExt cx="429954" cy="360000"/>
              </a:xfrm>
            </p:grpSpPr>
            <p:sp>
              <p:nvSpPr>
                <p:cNvPr id="209" name="Rectángulo 208">
                  <a:extLst>
                    <a:ext uri="{FF2B5EF4-FFF2-40B4-BE49-F238E27FC236}">
                      <a16:creationId xmlns:a16="http://schemas.microsoft.com/office/drawing/2014/main" id="{731F5AFC-BCE8-CF5A-FA96-41923B9E94E6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10" name="Arco de bloque 209">
                  <a:extLst>
                    <a:ext uri="{FF2B5EF4-FFF2-40B4-BE49-F238E27FC236}">
                      <a16:creationId xmlns:a16="http://schemas.microsoft.com/office/drawing/2014/main" id="{BE9CB5FC-89B2-C982-052B-8A290908DEC2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7" name="Grupo 86">
                <a:extLst>
                  <a:ext uri="{FF2B5EF4-FFF2-40B4-BE49-F238E27FC236}">
                    <a16:creationId xmlns:a16="http://schemas.microsoft.com/office/drawing/2014/main" id="{46446676-3E8A-C469-5552-1CFF06AC3CFC}"/>
                  </a:ext>
                </a:extLst>
              </p:cNvPr>
              <p:cNvGrpSpPr/>
              <p:nvPr/>
            </p:nvGrpSpPr>
            <p:grpSpPr>
              <a:xfrm>
                <a:off x="5904487" y="1130088"/>
                <a:ext cx="429954" cy="360000"/>
                <a:chOff x="5904487" y="565044"/>
                <a:chExt cx="429954" cy="360000"/>
              </a:xfrm>
            </p:grpSpPr>
            <p:sp>
              <p:nvSpPr>
                <p:cNvPr id="207" name="Rectángulo 206">
                  <a:extLst>
                    <a:ext uri="{FF2B5EF4-FFF2-40B4-BE49-F238E27FC236}">
                      <a16:creationId xmlns:a16="http://schemas.microsoft.com/office/drawing/2014/main" id="{969A89D7-8B90-15EF-6499-039781B788F2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08" name="Arco de bloque 207">
                  <a:extLst>
                    <a:ext uri="{FF2B5EF4-FFF2-40B4-BE49-F238E27FC236}">
                      <a16:creationId xmlns:a16="http://schemas.microsoft.com/office/drawing/2014/main" id="{AB23B735-15BE-AF25-6458-93E36273FBA1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9" name="Grupo 88">
                <a:extLst>
                  <a:ext uri="{FF2B5EF4-FFF2-40B4-BE49-F238E27FC236}">
                    <a16:creationId xmlns:a16="http://schemas.microsoft.com/office/drawing/2014/main" id="{056EF4D2-A4DC-8D7B-BAC8-E5EEBE537593}"/>
                  </a:ext>
                </a:extLst>
              </p:cNvPr>
              <p:cNvGrpSpPr/>
              <p:nvPr/>
            </p:nvGrpSpPr>
            <p:grpSpPr>
              <a:xfrm>
                <a:off x="5904487" y="1412610"/>
                <a:ext cx="429954" cy="360000"/>
                <a:chOff x="5904487" y="565044"/>
                <a:chExt cx="429954" cy="360000"/>
              </a:xfrm>
            </p:grpSpPr>
            <p:sp>
              <p:nvSpPr>
                <p:cNvPr id="180" name="Rectángulo 179">
                  <a:extLst>
                    <a:ext uri="{FF2B5EF4-FFF2-40B4-BE49-F238E27FC236}">
                      <a16:creationId xmlns:a16="http://schemas.microsoft.com/office/drawing/2014/main" id="{A36C9952-A0FC-A586-C935-5A5B07DA3EF8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86" name="Arco de bloque 185">
                  <a:extLst>
                    <a:ext uri="{FF2B5EF4-FFF2-40B4-BE49-F238E27FC236}">
                      <a16:creationId xmlns:a16="http://schemas.microsoft.com/office/drawing/2014/main" id="{2EFDBAD9-09B2-FA24-269A-D1F288908C21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0" name="Grupo 89">
                <a:extLst>
                  <a:ext uri="{FF2B5EF4-FFF2-40B4-BE49-F238E27FC236}">
                    <a16:creationId xmlns:a16="http://schemas.microsoft.com/office/drawing/2014/main" id="{09D3E7B1-73EA-7E18-B77D-555F60E9789C}"/>
                  </a:ext>
                </a:extLst>
              </p:cNvPr>
              <p:cNvGrpSpPr/>
              <p:nvPr/>
            </p:nvGrpSpPr>
            <p:grpSpPr>
              <a:xfrm>
                <a:off x="5904487" y="1695132"/>
                <a:ext cx="429954" cy="360000"/>
                <a:chOff x="5904487" y="565044"/>
                <a:chExt cx="429954" cy="360000"/>
              </a:xfrm>
            </p:grpSpPr>
            <p:sp>
              <p:nvSpPr>
                <p:cNvPr id="178" name="Rectángulo 177">
                  <a:extLst>
                    <a:ext uri="{FF2B5EF4-FFF2-40B4-BE49-F238E27FC236}">
                      <a16:creationId xmlns:a16="http://schemas.microsoft.com/office/drawing/2014/main" id="{16D0AC1F-C24C-ED1E-07DF-111DEC07F50F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79" name="Arco de bloque 178">
                  <a:extLst>
                    <a:ext uri="{FF2B5EF4-FFF2-40B4-BE49-F238E27FC236}">
                      <a16:creationId xmlns:a16="http://schemas.microsoft.com/office/drawing/2014/main" id="{90E8F71C-1E62-4C4C-9415-2934D61D6AC4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1" name="Grupo 90">
                <a:extLst>
                  <a:ext uri="{FF2B5EF4-FFF2-40B4-BE49-F238E27FC236}">
                    <a16:creationId xmlns:a16="http://schemas.microsoft.com/office/drawing/2014/main" id="{CBB3CF31-1C5F-0204-D07B-72B62931A9A8}"/>
                  </a:ext>
                </a:extLst>
              </p:cNvPr>
              <p:cNvGrpSpPr/>
              <p:nvPr/>
            </p:nvGrpSpPr>
            <p:grpSpPr>
              <a:xfrm>
                <a:off x="5904487" y="1977654"/>
                <a:ext cx="429954" cy="360000"/>
                <a:chOff x="5904487" y="565044"/>
                <a:chExt cx="429954" cy="360000"/>
              </a:xfrm>
            </p:grpSpPr>
            <p:sp>
              <p:nvSpPr>
                <p:cNvPr id="176" name="Rectángulo 175">
                  <a:extLst>
                    <a:ext uri="{FF2B5EF4-FFF2-40B4-BE49-F238E27FC236}">
                      <a16:creationId xmlns:a16="http://schemas.microsoft.com/office/drawing/2014/main" id="{25315D17-18A4-C91C-95FB-E6C97A1F873D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77" name="Arco de bloque 176">
                  <a:extLst>
                    <a:ext uri="{FF2B5EF4-FFF2-40B4-BE49-F238E27FC236}">
                      <a16:creationId xmlns:a16="http://schemas.microsoft.com/office/drawing/2014/main" id="{D03F3CC9-F7F3-F0A3-117A-DF7A7F0A7171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2" name="Grupo 91">
                <a:extLst>
                  <a:ext uri="{FF2B5EF4-FFF2-40B4-BE49-F238E27FC236}">
                    <a16:creationId xmlns:a16="http://schemas.microsoft.com/office/drawing/2014/main" id="{3E211494-2714-92EF-8216-8FB20CC38DFD}"/>
                  </a:ext>
                </a:extLst>
              </p:cNvPr>
              <p:cNvGrpSpPr/>
              <p:nvPr/>
            </p:nvGrpSpPr>
            <p:grpSpPr>
              <a:xfrm>
                <a:off x="5904487" y="2260176"/>
                <a:ext cx="429954" cy="360000"/>
                <a:chOff x="5904487" y="565044"/>
                <a:chExt cx="429954" cy="360000"/>
              </a:xfrm>
            </p:grpSpPr>
            <p:sp>
              <p:nvSpPr>
                <p:cNvPr id="174" name="Rectángulo 173">
                  <a:extLst>
                    <a:ext uri="{FF2B5EF4-FFF2-40B4-BE49-F238E27FC236}">
                      <a16:creationId xmlns:a16="http://schemas.microsoft.com/office/drawing/2014/main" id="{55FB2D8B-7DAD-AD4B-29D4-9BF70AF90B6E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75" name="Arco de bloque 174">
                  <a:extLst>
                    <a:ext uri="{FF2B5EF4-FFF2-40B4-BE49-F238E27FC236}">
                      <a16:creationId xmlns:a16="http://schemas.microsoft.com/office/drawing/2014/main" id="{3E240759-DA05-D4A0-AD6D-6EBE535A74D0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3" name="Grupo 92">
                <a:extLst>
                  <a:ext uri="{FF2B5EF4-FFF2-40B4-BE49-F238E27FC236}">
                    <a16:creationId xmlns:a16="http://schemas.microsoft.com/office/drawing/2014/main" id="{5F1BAB90-E57A-CAEB-35CD-B4A78187D757}"/>
                  </a:ext>
                </a:extLst>
              </p:cNvPr>
              <p:cNvGrpSpPr/>
              <p:nvPr/>
            </p:nvGrpSpPr>
            <p:grpSpPr>
              <a:xfrm>
                <a:off x="5904487" y="2542698"/>
                <a:ext cx="429954" cy="360000"/>
                <a:chOff x="5904487" y="565044"/>
                <a:chExt cx="429954" cy="360000"/>
              </a:xfrm>
            </p:grpSpPr>
            <p:sp>
              <p:nvSpPr>
                <p:cNvPr id="172" name="Rectángulo 171">
                  <a:extLst>
                    <a:ext uri="{FF2B5EF4-FFF2-40B4-BE49-F238E27FC236}">
                      <a16:creationId xmlns:a16="http://schemas.microsoft.com/office/drawing/2014/main" id="{B189A242-D1CE-9685-EA36-3B05443CD126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73" name="Arco de bloque 172">
                  <a:extLst>
                    <a:ext uri="{FF2B5EF4-FFF2-40B4-BE49-F238E27FC236}">
                      <a16:creationId xmlns:a16="http://schemas.microsoft.com/office/drawing/2014/main" id="{F8DBB0C7-3091-9CB3-1A94-024327FAD6AE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4" name="Grupo 93">
                <a:extLst>
                  <a:ext uri="{FF2B5EF4-FFF2-40B4-BE49-F238E27FC236}">
                    <a16:creationId xmlns:a16="http://schemas.microsoft.com/office/drawing/2014/main" id="{026B21D6-7AF4-41AE-DC66-7ABE28E74E2E}"/>
                  </a:ext>
                </a:extLst>
              </p:cNvPr>
              <p:cNvGrpSpPr/>
              <p:nvPr/>
            </p:nvGrpSpPr>
            <p:grpSpPr>
              <a:xfrm>
                <a:off x="5904487" y="2825220"/>
                <a:ext cx="429954" cy="360000"/>
                <a:chOff x="5904487" y="565044"/>
                <a:chExt cx="429954" cy="360000"/>
              </a:xfrm>
            </p:grpSpPr>
            <p:sp>
              <p:nvSpPr>
                <p:cNvPr id="170" name="Rectángulo 169">
                  <a:extLst>
                    <a:ext uri="{FF2B5EF4-FFF2-40B4-BE49-F238E27FC236}">
                      <a16:creationId xmlns:a16="http://schemas.microsoft.com/office/drawing/2014/main" id="{C6C59D2C-D138-FB1C-4DE3-7F829F95E970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71" name="Arco de bloque 170">
                  <a:extLst>
                    <a:ext uri="{FF2B5EF4-FFF2-40B4-BE49-F238E27FC236}">
                      <a16:creationId xmlns:a16="http://schemas.microsoft.com/office/drawing/2014/main" id="{8E51BA59-7F72-8F98-CB0B-2184F7CD642D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95" name="Grupo 94">
                <a:extLst>
                  <a:ext uri="{FF2B5EF4-FFF2-40B4-BE49-F238E27FC236}">
                    <a16:creationId xmlns:a16="http://schemas.microsoft.com/office/drawing/2014/main" id="{8A9252DD-0DA7-1DB3-63B8-AB35C66C2AD5}"/>
                  </a:ext>
                </a:extLst>
              </p:cNvPr>
              <p:cNvGrpSpPr/>
              <p:nvPr/>
            </p:nvGrpSpPr>
            <p:grpSpPr>
              <a:xfrm>
                <a:off x="5904487" y="3107742"/>
                <a:ext cx="429954" cy="360000"/>
                <a:chOff x="5904487" y="565044"/>
                <a:chExt cx="429954" cy="360000"/>
              </a:xfrm>
            </p:grpSpPr>
            <p:sp>
              <p:nvSpPr>
                <p:cNvPr id="168" name="Rectángulo 167">
                  <a:extLst>
                    <a:ext uri="{FF2B5EF4-FFF2-40B4-BE49-F238E27FC236}">
                      <a16:creationId xmlns:a16="http://schemas.microsoft.com/office/drawing/2014/main" id="{F5920358-7E3E-9517-FB13-9874D34955C9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69" name="Arco de bloque 168">
                  <a:extLst>
                    <a:ext uri="{FF2B5EF4-FFF2-40B4-BE49-F238E27FC236}">
                      <a16:creationId xmlns:a16="http://schemas.microsoft.com/office/drawing/2014/main" id="{CC91E723-2AF1-5CD1-5CD1-96CDC9690E7B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8" name="Grupo 127">
                <a:extLst>
                  <a:ext uri="{FF2B5EF4-FFF2-40B4-BE49-F238E27FC236}">
                    <a16:creationId xmlns:a16="http://schemas.microsoft.com/office/drawing/2014/main" id="{9F92CE6D-6F0C-4DCC-C4AC-F455CC8F7774}"/>
                  </a:ext>
                </a:extLst>
              </p:cNvPr>
              <p:cNvGrpSpPr/>
              <p:nvPr/>
            </p:nvGrpSpPr>
            <p:grpSpPr>
              <a:xfrm>
                <a:off x="5904487" y="3390264"/>
                <a:ext cx="429954" cy="360000"/>
                <a:chOff x="5904487" y="565044"/>
                <a:chExt cx="429954" cy="360000"/>
              </a:xfrm>
            </p:grpSpPr>
            <p:sp>
              <p:nvSpPr>
                <p:cNvPr id="166" name="Rectángulo 165">
                  <a:extLst>
                    <a:ext uri="{FF2B5EF4-FFF2-40B4-BE49-F238E27FC236}">
                      <a16:creationId xmlns:a16="http://schemas.microsoft.com/office/drawing/2014/main" id="{4A2587A8-B891-CF24-B941-308DBA44ADA8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67" name="Arco de bloque 166">
                  <a:extLst>
                    <a:ext uri="{FF2B5EF4-FFF2-40B4-BE49-F238E27FC236}">
                      <a16:creationId xmlns:a16="http://schemas.microsoft.com/office/drawing/2014/main" id="{5FB50A33-A323-13E0-6CFA-31141CC09ECB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29" name="Grupo 128">
                <a:extLst>
                  <a:ext uri="{FF2B5EF4-FFF2-40B4-BE49-F238E27FC236}">
                    <a16:creationId xmlns:a16="http://schemas.microsoft.com/office/drawing/2014/main" id="{3E9D4B3D-6C70-E958-D454-F9B375EAD41E}"/>
                  </a:ext>
                </a:extLst>
              </p:cNvPr>
              <p:cNvGrpSpPr/>
              <p:nvPr/>
            </p:nvGrpSpPr>
            <p:grpSpPr>
              <a:xfrm>
                <a:off x="5904487" y="3672786"/>
                <a:ext cx="429954" cy="360000"/>
                <a:chOff x="5904487" y="565044"/>
                <a:chExt cx="429954" cy="360000"/>
              </a:xfrm>
            </p:grpSpPr>
            <p:sp>
              <p:nvSpPr>
                <p:cNvPr id="164" name="Rectángulo 163">
                  <a:extLst>
                    <a:ext uri="{FF2B5EF4-FFF2-40B4-BE49-F238E27FC236}">
                      <a16:creationId xmlns:a16="http://schemas.microsoft.com/office/drawing/2014/main" id="{0B8D87F1-BF03-F632-256D-CA20B8698085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65" name="Arco de bloque 164">
                  <a:extLst>
                    <a:ext uri="{FF2B5EF4-FFF2-40B4-BE49-F238E27FC236}">
                      <a16:creationId xmlns:a16="http://schemas.microsoft.com/office/drawing/2014/main" id="{E5E4CAA0-2BCA-DD7E-1832-CB8B7187AD76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0" name="Grupo 129">
                <a:extLst>
                  <a:ext uri="{FF2B5EF4-FFF2-40B4-BE49-F238E27FC236}">
                    <a16:creationId xmlns:a16="http://schemas.microsoft.com/office/drawing/2014/main" id="{A603BE61-12E8-E3CF-290F-9F7434A6196B}"/>
                  </a:ext>
                </a:extLst>
              </p:cNvPr>
              <p:cNvGrpSpPr/>
              <p:nvPr/>
            </p:nvGrpSpPr>
            <p:grpSpPr>
              <a:xfrm>
                <a:off x="5904487" y="3955308"/>
                <a:ext cx="429954" cy="360000"/>
                <a:chOff x="5904487" y="565044"/>
                <a:chExt cx="429954" cy="360000"/>
              </a:xfrm>
            </p:grpSpPr>
            <p:sp>
              <p:nvSpPr>
                <p:cNvPr id="162" name="Rectángulo 161">
                  <a:extLst>
                    <a:ext uri="{FF2B5EF4-FFF2-40B4-BE49-F238E27FC236}">
                      <a16:creationId xmlns:a16="http://schemas.microsoft.com/office/drawing/2014/main" id="{6C86D8FF-8835-8713-D738-5C41C85B572A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63" name="Arco de bloque 162">
                  <a:extLst>
                    <a:ext uri="{FF2B5EF4-FFF2-40B4-BE49-F238E27FC236}">
                      <a16:creationId xmlns:a16="http://schemas.microsoft.com/office/drawing/2014/main" id="{7E0A797D-5D9B-8E1D-9F4F-7050ABFE7C17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1" name="Grupo 130">
                <a:extLst>
                  <a:ext uri="{FF2B5EF4-FFF2-40B4-BE49-F238E27FC236}">
                    <a16:creationId xmlns:a16="http://schemas.microsoft.com/office/drawing/2014/main" id="{E6FD20DD-EBE2-951C-DF75-C7396D0005E2}"/>
                  </a:ext>
                </a:extLst>
              </p:cNvPr>
              <p:cNvGrpSpPr/>
              <p:nvPr/>
            </p:nvGrpSpPr>
            <p:grpSpPr>
              <a:xfrm>
                <a:off x="5904487" y="4237830"/>
                <a:ext cx="429954" cy="360000"/>
                <a:chOff x="5904487" y="565044"/>
                <a:chExt cx="429954" cy="360000"/>
              </a:xfrm>
            </p:grpSpPr>
            <p:sp>
              <p:nvSpPr>
                <p:cNvPr id="160" name="Rectángulo 159">
                  <a:extLst>
                    <a:ext uri="{FF2B5EF4-FFF2-40B4-BE49-F238E27FC236}">
                      <a16:creationId xmlns:a16="http://schemas.microsoft.com/office/drawing/2014/main" id="{CE90E513-1AE0-EC24-B605-5194A362A453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61" name="Arco de bloque 160">
                  <a:extLst>
                    <a:ext uri="{FF2B5EF4-FFF2-40B4-BE49-F238E27FC236}">
                      <a16:creationId xmlns:a16="http://schemas.microsoft.com/office/drawing/2014/main" id="{DAD87E41-C15C-7793-44F6-98894F76FD5B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2" name="Grupo 131">
                <a:extLst>
                  <a:ext uri="{FF2B5EF4-FFF2-40B4-BE49-F238E27FC236}">
                    <a16:creationId xmlns:a16="http://schemas.microsoft.com/office/drawing/2014/main" id="{E2C14026-3457-EA7A-8FF0-9562D181B788}"/>
                  </a:ext>
                </a:extLst>
              </p:cNvPr>
              <p:cNvGrpSpPr/>
              <p:nvPr/>
            </p:nvGrpSpPr>
            <p:grpSpPr>
              <a:xfrm>
                <a:off x="5904487" y="4520352"/>
                <a:ext cx="429954" cy="360000"/>
                <a:chOff x="5904487" y="565044"/>
                <a:chExt cx="429954" cy="360000"/>
              </a:xfrm>
            </p:grpSpPr>
            <p:sp>
              <p:nvSpPr>
                <p:cNvPr id="158" name="Rectángulo 157">
                  <a:extLst>
                    <a:ext uri="{FF2B5EF4-FFF2-40B4-BE49-F238E27FC236}">
                      <a16:creationId xmlns:a16="http://schemas.microsoft.com/office/drawing/2014/main" id="{2B8B1845-ED01-32D1-9B30-2F650BBEDD2E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59" name="Arco de bloque 158">
                  <a:extLst>
                    <a:ext uri="{FF2B5EF4-FFF2-40B4-BE49-F238E27FC236}">
                      <a16:creationId xmlns:a16="http://schemas.microsoft.com/office/drawing/2014/main" id="{10958C3E-EB22-9CB2-5DEC-7156D39C0725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3" name="Grupo 132">
                <a:extLst>
                  <a:ext uri="{FF2B5EF4-FFF2-40B4-BE49-F238E27FC236}">
                    <a16:creationId xmlns:a16="http://schemas.microsoft.com/office/drawing/2014/main" id="{DCF27179-F851-DEC6-B0CB-8508533516F9}"/>
                  </a:ext>
                </a:extLst>
              </p:cNvPr>
              <p:cNvGrpSpPr/>
              <p:nvPr/>
            </p:nvGrpSpPr>
            <p:grpSpPr>
              <a:xfrm>
                <a:off x="5904487" y="4802874"/>
                <a:ext cx="429954" cy="360000"/>
                <a:chOff x="5904487" y="565044"/>
                <a:chExt cx="429954" cy="360000"/>
              </a:xfrm>
            </p:grpSpPr>
            <p:sp>
              <p:nvSpPr>
                <p:cNvPr id="149" name="Rectángulo 148">
                  <a:extLst>
                    <a:ext uri="{FF2B5EF4-FFF2-40B4-BE49-F238E27FC236}">
                      <a16:creationId xmlns:a16="http://schemas.microsoft.com/office/drawing/2014/main" id="{8D653C5E-84FF-1A3C-6926-724FC271B6D4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55" name="Arco de bloque 154">
                  <a:extLst>
                    <a:ext uri="{FF2B5EF4-FFF2-40B4-BE49-F238E27FC236}">
                      <a16:creationId xmlns:a16="http://schemas.microsoft.com/office/drawing/2014/main" id="{BEA9C069-D4B3-437F-D512-7D4CFC16B0A6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4" name="Grupo 133">
                <a:extLst>
                  <a:ext uri="{FF2B5EF4-FFF2-40B4-BE49-F238E27FC236}">
                    <a16:creationId xmlns:a16="http://schemas.microsoft.com/office/drawing/2014/main" id="{52B45FA9-2658-EF59-5583-B1243DBC115D}"/>
                  </a:ext>
                </a:extLst>
              </p:cNvPr>
              <p:cNvGrpSpPr/>
              <p:nvPr/>
            </p:nvGrpSpPr>
            <p:grpSpPr>
              <a:xfrm>
                <a:off x="5904487" y="5085396"/>
                <a:ext cx="429954" cy="360000"/>
                <a:chOff x="5904487" y="565044"/>
                <a:chExt cx="429954" cy="360000"/>
              </a:xfrm>
            </p:grpSpPr>
            <p:sp>
              <p:nvSpPr>
                <p:cNvPr id="147" name="Rectángulo 146">
                  <a:extLst>
                    <a:ext uri="{FF2B5EF4-FFF2-40B4-BE49-F238E27FC236}">
                      <a16:creationId xmlns:a16="http://schemas.microsoft.com/office/drawing/2014/main" id="{A35CF424-D81F-BAF3-5B42-644669FC4A87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48" name="Arco de bloque 147">
                  <a:extLst>
                    <a:ext uri="{FF2B5EF4-FFF2-40B4-BE49-F238E27FC236}">
                      <a16:creationId xmlns:a16="http://schemas.microsoft.com/office/drawing/2014/main" id="{5850FFEF-D25F-CD02-2A66-238F5FBE28A7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5" name="Grupo 134">
                <a:extLst>
                  <a:ext uri="{FF2B5EF4-FFF2-40B4-BE49-F238E27FC236}">
                    <a16:creationId xmlns:a16="http://schemas.microsoft.com/office/drawing/2014/main" id="{567301A0-EFF7-FCFD-A6BA-2DC91C481BC2}"/>
                  </a:ext>
                </a:extLst>
              </p:cNvPr>
              <p:cNvGrpSpPr/>
              <p:nvPr/>
            </p:nvGrpSpPr>
            <p:grpSpPr>
              <a:xfrm>
                <a:off x="5904487" y="5367918"/>
                <a:ext cx="429954" cy="360000"/>
                <a:chOff x="5904487" y="565044"/>
                <a:chExt cx="429954" cy="360000"/>
              </a:xfrm>
            </p:grpSpPr>
            <p:sp>
              <p:nvSpPr>
                <p:cNvPr id="145" name="Rectángulo 144">
                  <a:extLst>
                    <a:ext uri="{FF2B5EF4-FFF2-40B4-BE49-F238E27FC236}">
                      <a16:creationId xmlns:a16="http://schemas.microsoft.com/office/drawing/2014/main" id="{B916AF03-9639-3465-B22A-8B11715A0485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46" name="Arco de bloque 145">
                  <a:extLst>
                    <a:ext uri="{FF2B5EF4-FFF2-40B4-BE49-F238E27FC236}">
                      <a16:creationId xmlns:a16="http://schemas.microsoft.com/office/drawing/2014/main" id="{F40BBD4A-5D69-3930-6D51-4BCC68AD0D57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6" name="Grupo 135">
                <a:extLst>
                  <a:ext uri="{FF2B5EF4-FFF2-40B4-BE49-F238E27FC236}">
                    <a16:creationId xmlns:a16="http://schemas.microsoft.com/office/drawing/2014/main" id="{7CA416A7-3CB9-4CB2-DAE7-079AA06524F7}"/>
                  </a:ext>
                </a:extLst>
              </p:cNvPr>
              <p:cNvGrpSpPr/>
              <p:nvPr/>
            </p:nvGrpSpPr>
            <p:grpSpPr>
              <a:xfrm>
                <a:off x="5904487" y="5650440"/>
                <a:ext cx="429954" cy="360000"/>
                <a:chOff x="5904487" y="565044"/>
                <a:chExt cx="429954" cy="360000"/>
              </a:xfrm>
            </p:grpSpPr>
            <p:sp>
              <p:nvSpPr>
                <p:cNvPr id="143" name="Rectángulo 142">
                  <a:extLst>
                    <a:ext uri="{FF2B5EF4-FFF2-40B4-BE49-F238E27FC236}">
                      <a16:creationId xmlns:a16="http://schemas.microsoft.com/office/drawing/2014/main" id="{670938E0-A3B8-DC59-F98E-C0BFC7CE193F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44" name="Arco de bloque 143">
                  <a:extLst>
                    <a:ext uri="{FF2B5EF4-FFF2-40B4-BE49-F238E27FC236}">
                      <a16:creationId xmlns:a16="http://schemas.microsoft.com/office/drawing/2014/main" id="{A383F185-0C01-8688-3208-21726E51B4D2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7" name="Grupo 136">
                <a:extLst>
                  <a:ext uri="{FF2B5EF4-FFF2-40B4-BE49-F238E27FC236}">
                    <a16:creationId xmlns:a16="http://schemas.microsoft.com/office/drawing/2014/main" id="{08A4F1EF-47AF-A896-35FD-74C4E1C3CCC2}"/>
                  </a:ext>
                </a:extLst>
              </p:cNvPr>
              <p:cNvGrpSpPr/>
              <p:nvPr/>
            </p:nvGrpSpPr>
            <p:grpSpPr>
              <a:xfrm>
                <a:off x="5904487" y="5932962"/>
                <a:ext cx="429954" cy="360000"/>
                <a:chOff x="5904487" y="565044"/>
                <a:chExt cx="429954" cy="360000"/>
              </a:xfrm>
            </p:grpSpPr>
            <p:sp>
              <p:nvSpPr>
                <p:cNvPr id="141" name="Rectángulo 140">
                  <a:extLst>
                    <a:ext uri="{FF2B5EF4-FFF2-40B4-BE49-F238E27FC236}">
                      <a16:creationId xmlns:a16="http://schemas.microsoft.com/office/drawing/2014/main" id="{88EB534C-33EB-99B0-6593-A94B793B96CF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42" name="Arco de bloque 141">
                  <a:extLst>
                    <a:ext uri="{FF2B5EF4-FFF2-40B4-BE49-F238E27FC236}">
                      <a16:creationId xmlns:a16="http://schemas.microsoft.com/office/drawing/2014/main" id="{546CD8AB-6DFD-B79A-2CF8-F0FC738F6BEE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38" name="Grupo 137">
                <a:extLst>
                  <a:ext uri="{FF2B5EF4-FFF2-40B4-BE49-F238E27FC236}">
                    <a16:creationId xmlns:a16="http://schemas.microsoft.com/office/drawing/2014/main" id="{16624047-7CB1-A0E9-FB37-45C4905BEA28}"/>
                  </a:ext>
                </a:extLst>
              </p:cNvPr>
              <p:cNvGrpSpPr/>
              <p:nvPr/>
            </p:nvGrpSpPr>
            <p:grpSpPr>
              <a:xfrm>
                <a:off x="5904487" y="6215484"/>
                <a:ext cx="429954" cy="360000"/>
                <a:chOff x="5904487" y="565044"/>
                <a:chExt cx="429954" cy="360000"/>
              </a:xfrm>
            </p:grpSpPr>
            <p:sp>
              <p:nvSpPr>
                <p:cNvPr id="139" name="Rectángulo 138">
                  <a:extLst>
                    <a:ext uri="{FF2B5EF4-FFF2-40B4-BE49-F238E27FC236}">
                      <a16:creationId xmlns:a16="http://schemas.microsoft.com/office/drawing/2014/main" id="{779F8041-5C57-484B-F5EA-F5C3FBB68A04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40" name="Arco de bloque 139">
                  <a:extLst>
                    <a:ext uri="{FF2B5EF4-FFF2-40B4-BE49-F238E27FC236}">
                      <a16:creationId xmlns:a16="http://schemas.microsoft.com/office/drawing/2014/main" id="{2F26DC7D-5BD6-2AC6-2B37-E6D937F0742E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71EA680C-2302-B3A6-BA03-DB6512721653}"/>
                </a:ext>
              </a:extLst>
            </p:cNvPr>
            <p:cNvSpPr txBox="1"/>
            <p:nvPr/>
          </p:nvSpPr>
          <p:spPr>
            <a:xfrm>
              <a:off x="6556048" y="2755348"/>
              <a:ext cx="4371960" cy="53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600" b="1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Los 20 pasos</a:t>
              </a:r>
            </a:p>
          </p:txBody>
        </p:sp>
        <p:pic>
          <p:nvPicPr>
            <p:cNvPr id="75" name="Picture 2" descr="Redes Neuronales Recurrentes: Clave para IA Avanzada - Escribe contenidos  con IA">
              <a:extLst>
                <a:ext uri="{FF2B5EF4-FFF2-40B4-BE49-F238E27FC236}">
                  <a16:creationId xmlns:a16="http://schemas.microsoft.com/office/drawing/2014/main" id="{C58DC567-0D98-B025-4AD7-10EEC7E807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3267" y="1030860"/>
              <a:ext cx="3028950" cy="1514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CuadroTexto 76">
              <a:extLst>
                <a:ext uri="{FF2B5EF4-FFF2-40B4-BE49-F238E27FC236}">
                  <a16:creationId xmlns:a16="http://schemas.microsoft.com/office/drawing/2014/main" id="{AB01F0D5-7AD7-C34F-C144-1D18B27F38E7}"/>
                </a:ext>
              </a:extLst>
            </p:cNvPr>
            <p:cNvSpPr txBox="1"/>
            <p:nvPr/>
          </p:nvSpPr>
          <p:spPr>
            <a:xfrm>
              <a:off x="7532097" y="363922"/>
              <a:ext cx="4617009" cy="62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sz="8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Franklin Gothic Demi" panose="020B0703020102020204" pitchFamily="34" charset="0"/>
                </a:rPr>
                <a:t>Curso de ALURA</a:t>
              </a:r>
            </a:p>
          </p:txBody>
        </p:sp>
      </p:grpSp>
      <p:sp>
        <p:nvSpPr>
          <p:cNvPr id="211" name="CuadroTexto 210">
            <a:extLst>
              <a:ext uri="{FF2B5EF4-FFF2-40B4-BE49-F238E27FC236}">
                <a16:creationId xmlns:a16="http://schemas.microsoft.com/office/drawing/2014/main" id="{5DE8CECB-6C78-C52F-6E00-FF6A097BEC68}"/>
              </a:ext>
            </a:extLst>
          </p:cNvPr>
          <p:cNvSpPr txBox="1"/>
          <p:nvPr/>
        </p:nvSpPr>
        <p:spPr>
          <a:xfrm>
            <a:off x="794788" y="503975"/>
            <a:ext cx="8948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solidFill>
                  <a:srgbClr val="00B0F0"/>
                </a:solidFill>
                <a:latin typeface="Franklin Gothic Demi" panose="020B0703020102020204" pitchFamily="34" charset="0"/>
              </a:rPr>
              <a:t>Principiante en programación </a:t>
            </a:r>
            <a:r>
              <a:rPr lang="es-CL" sz="2800" dirty="0">
                <a:solidFill>
                  <a:srgbClr val="FF0000"/>
                </a:solidFill>
                <a:latin typeface="Franklin Gothic Demi" panose="020B0703020102020204" pitchFamily="34" charset="0"/>
              </a:rPr>
              <a:t>G9 - ONE</a:t>
            </a:r>
          </a:p>
          <a:p>
            <a:endParaRPr lang="es-CL" sz="2800" dirty="0">
              <a:solidFill>
                <a:srgbClr val="00B0F0"/>
              </a:solidFill>
              <a:latin typeface="Franklin Gothic Demi" panose="020B0703020102020204" pitchFamily="34" charset="0"/>
            </a:endParaRPr>
          </a:p>
          <a:p>
            <a:pPr algn="ctr"/>
            <a:endParaRPr lang="es-CL" sz="2800" dirty="0">
              <a:solidFill>
                <a:srgbClr val="FF0000"/>
              </a:solidFill>
              <a:latin typeface="Franklin Gothic Demi" panose="020B0703020102020204" pitchFamily="34" charset="0"/>
            </a:endParaRPr>
          </a:p>
        </p:txBody>
      </p:sp>
      <p:pic>
        <p:nvPicPr>
          <p:cNvPr id="70" name="Imagen 69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6577D26B-FB49-3EBD-7618-90E8088526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1914">
            <a:off x="8608329" y="1702076"/>
            <a:ext cx="1635742" cy="1635742"/>
          </a:xfrm>
          <a:prstGeom prst="rect">
            <a:avLst/>
          </a:prstGeom>
        </p:spPr>
      </p:pic>
      <p:pic>
        <p:nvPicPr>
          <p:cNvPr id="74" name="Imagen 73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023676E2-1AD5-74DE-6110-70815740A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654" y="1733111"/>
            <a:ext cx="1624969" cy="1218727"/>
          </a:xfrm>
          <a:prstGeom prst="rect">
            <a:avLst/>
          </a:prstGeom>
        </p:spPr>
      </p:pic>
      <p:pic>
        <p:nvPicPr>
          <p:cNvPr id="76" name="Imagen 75" descr="Imagen que contiene clip, estacionaria, luz, broche&#10;&#10;Descripción generada automáticamente">
            <a:extLst>
              <a:ext uri="{FF2B5EF4-FFF2-40B4-BE49-F238E27FC236}">
                <a16:creationId xmlns:a16="http://schemas.microsoft.com/office/drawing/2014/main" id="{97979626-D6B1-33E3-648F-03911BD480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05975">
            <a:off x="7689644" y="3197303"/>
            <a:ext cx="1163497" cy="1163497"/>
          </a:xfrm>
          <a:prstGeom prst="rect">
            <a:avLst/>
          </a:prstGeom>
        </p:spPr>
      </p:pic>
      <p:pic>
        <p:nvPicPr>
          <p:cNvPr id="78" name="Imagen 77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FCF6DF8B-1D14-BCE6-6D3F-395A9E05943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3230">
            <a:off x="9097216" y="4353579"/>
            <a:ext cx="1117487" cy="1117487"/>
          </a:xfrm>
          <a:prstGeom prst="rect">
            <a:avLst/>
          </a:prstGeom>
        </p:spPr>
      </p:pic>
      <p:pic>
        <p:nvPicPr>
          <p:cNvPr id="82" name="Imagen 81">
            <a:extLst>
              <a:ext uri="{FF2B5EF4-FFF2-40B4-BE49-F238E27FC236}">
                <a16:creationId xmlns:a16="http://schemas.microsoft.com/office/drawing/2014/main" id="{F0B76377-294E-F365-2782-A5079F46B3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323" y="1527221"/>
            <a:ext cx="3337073" cy="4319656"/>
          </a:xfrm>
          <a:prstGeom prst="rect">
            <a:avLst/>
          </a:prstGeom>
        </p:spPr>
      </p:pic>
      <p:pic>
        <p:nvPicPr>
          <p:cNvPr id="84" name="Imagen 83" descr="Icono&#10;&#10;Descripción generada automáticamente">
            <a:extLst>
              <a:ext uri="{FF2B5EF4-FFF2-40B4-BE49-F238E27FC236}">
                <a16:creationId xmlns:a16="http://schemas.microsoft.com/office/drawing/2014/main" id="{FF548B99-10A8-7EE6-B68E-DCF39AEA0F9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40197">
            <a:off x="439451" y="1721806"/>
            <a:ext cx="1755262" cy="1755262"/>
          </a:xfrm>
          <a:prstGeom prst="rect">
            <a:avLst/>
          </a:prstGeom>
        </p:spPr>
      </p:pic>
      <p:pic>
        <p:nvPicPr>
          <p:cNvPr id="86" name="Imagen 85" descr="Logotipo&#10;&#10;Descripción generada automáticamente">
            <a:extLst>
              <a:ext uri="{FF2B5EF4-FFF2-40B4-BE49-F238E27FC236}">
                <a16:creationId xmlns:a16="http://schemas.microsoft.com/office/drawing/2014/main" id="{387A2B80-2F8B-CC23-14E0-E5A0F07B468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89853">
            <a:off x="5628811" y="4549998"/>
            <a:ext cx="1968283" cy="1120911"/>
          </a:xfrm>
          <a:prstGeom prst="rect">
            <a:avLst/>
          </a:prstGeom>
        </p:spPr>
      </p:pic>
      <p:pic>
        <p:nvPicPr>
          <p:cNvPr id="88" name="Imagen 87" descr="Imagen que contiene Texto&#10;&#10;Descripción generada automáticamente">
            <a:extLst>
              <a:ext uri="{FF2B5EF4-FFF2-40B4-BE49-F238E27FC236}">
                <a16:creationId xmlns:a16="http://schemas.microsoft.com/office/drawing/2014/main" id="{36EEFE88-484A-A005-04B5-6AA9FED2AD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804" y="4121777"/>
            <a:ext cx="3110018" cy="1731398"/>
          </a:xfrm>
          <a:prstGeom prst="rect">
            <a:avLst/>
          </a:prstGeom>
        </p:spPr>
      </p:pic>
      <p:pic>
        <p:nvPicPr>
          <p:cNvPr id="2" name="Imagen 1" descr="Bandera de colores&#10;&#10;El contenido generado por IA puede ser incorrecto.">
            <a:extLst>
              <a:ext uri="{FF2B5EF4-FFF2-40B4-BE49-F238E27FC236}">
                <a16:creationId xmlns:a16="http://schemas.microsoft.com/office/drawing/2014/main" id="{33EE2847-E780-F905-9A31-44496D6D77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331" y="5110453"/>
            <a:ext cx="908223" cy="1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13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adroTexto 174">
            <a:extLst>
              <a:ext uri="{FF2B5EF4-FFF2-40B4-BE49-F238E27FC236}">
                <a16:creationId xmlns:a16="http://schemas.microsoft.com/office/drawing/2014/main" id="{E152E513-6643-4B98-F6AE-C7EBD56DF2DF}"/>
              </a:ext>
            </a:extLst>
          </p:cNvPr>
          <p:cNvSpPr txBox="1"/>
          <p:nvPr/>
        </p:nvSpPr>
        <p:spPr>
          <a:xfrm>
            <a:off x="794789" y="503975"/>
            <a:ext cx="53012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>
                <a:solidFill>
                  <a:srgbClr val="00B0F0"/>
                </a:solidFill>
                <a:latin typeface="Franklin Gothic Demi" panose="020B0703020102020204" pitchFamily="34" charset="0"/>
              </a:rPr>
              <a:t>Principiante en programación </a:t>
            </a:r>
          </a:p>
          <a:p>
            <a:r>
              <a:rPr lang="es-CL" sz="2800" dirty="0">
                <a:solidFill>
                  <a:srgbClr val="FF0000"/>
                </a:solidFill>
                <a:latin typeface="Franklin Gothic Demi" panose="020B0703020102020204" pitchFamily="34" charset="0"/>
              </a:rPr>
              <a:t>G9 - ONE</a:t>
            </a:r>
          </a:p>
        </p:txBody>
      </p:sp>
      <p:pic>
        <p:nvPicPr>
          <p:cNvPr id="176" name="Imagen 17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AE10DE61-6271-6B5C-4B96-8F3CCCF27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21914">
            <a:off x="4221011" y="2616708"/>
            <a:ext cx="1635742" cy="1635742"/>
          </a:xfrm>
          <a:prstGeom prst="rect">
            <a:avLst/>
          </a:prstGeom>
        </p:spPr>
      </p:pic>
      <p:pic>
        <p:nvPicPr>
          <p:cNvPr id="177" name="Imagen 176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73B013C9-3B8D-F0CF-F2B4-D196A493F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017" y="1863265"/>
            <a:ext cx="1624969" cy="1218727"/>
          </a:xfrm>
          <a:prstGeom prst="rect">
            <a:avLst/>
          </a:prstGeom>
        </p:spPr>
      </p:pic>
      <p:pic>
        <p:nvPicPr>
          <p:cNvPr id="178" name="Imagen 177" descr="Imagen que contiene clip, estacionaria, luz, broche&#10;&#10;Descripción generada automáticamente">
            <a:extLst>
              <a:ext uri="{FF2B5EF4-FFF2-40B4-BE49-F238E27FC236}">
                <a16:creationId xmlns:a16="http://schemas.microsoft.com/office/drawing/2014/main" id="{57528F70-CAA6-55DC-B6C6-3DB2F31D47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05975">
            <a:off x="4570478" y="4079305"/>
            <a:ext cx="1163497" cy="1163497"/>
          </a:xfrm>
          <a:prstGeom prst="rect">
            <a:avLst/>
          </a:prstGeom>
        </p:spPr>
      </p:pic>
      <p:pic>
        <p:nvPicPr>
          <p:cNvPr id="179" name="Imagen 17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4DA2BA17-CB7C-49F8-627A-6AE5FB1674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93230">
            <a:off x="4221754" y="5578144"/>
            <a:ext cx="1117487" cy="1117487"/>
          </a:xfrm>
          <a:prstGeom prst="rect">
            <a:avLst/>
          </a:prstGeom>
        </p:spPr>
      </p:pic>
      <p:pic>
        <p:nvPicPr>
          <p:cNvPr id="180" name="Imagen 179">
            <a:extLst>
              <a:ext uri="{FF2B5EF4-FFF2-40B4-BE49-F238E27FC236}">
                <a16:creationId xmlns:a16="http://schemas.microsoft.com/office/drawing/2014/main" id="{6F651CC1-476B-06F3-047D-2729E10CD4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84" y="2661823"/>
            <a:ext cx="3337073" cy="4319656"/>
          </a:xfrm>
          <a:prstGeom prst="rect">
            <a:avLst/>
          </a:prstGeom>
        </p:spPr>
      </p:pic>
      <p:pic>
        <p:nvPicPr>
          <p:cNvPr id="186" name="Imagen 185" descr="Icono&#10;&#10;Descripción generada automáticamente">
            <a:extLst>
              <a:ext uri="{FF2B5EF4-FFF2-40B4-BE49-F238E27FC236}">
                <a16:creationId xmlns:a16="http://schemas.microsoft.com/office/drawing/2014/main" id="{6E9925DE-E2E1-0026-5232-D56F9FDC98E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01602">
            <a:off x="263185" y="2283997"/>
            <a:ext cx="1755262" cy="1755262"/>
          </a:xfrm>
          <a:prstGeom prst="rect">
            <a:avLst/>
          </a:prstGeom>
        </p:spPr>
      </p:pic>
      <p:pic>
        <p:nvPicPr>
          <p:cNvPr id="207" name="Imagen 206" descr="Logotipo&#10;&#10;Descripción generada automáticamente">
            <a:extLst>
              <a:ext uri="{FF2B5EF4-FFF2-40B4-BE49-F238E27FC236}">
                <a16:creationId xmlns:a16="http://schemas.microsoft.com/office/drawing/2014/main" id="{8340ECC3-D2C6-E75D-E9BE-CB5DDEFB4B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89853">
            <a:off x="20728" y="4794111"/>
            <a:ext cx="1968283" cy="1120911"/>
          </a:xfrm>
          <a:prstGeom prst="rect">
            <a:avLst/>
          </a:prstGeom>
        </p:spPr>
      </p:pic>
      <p:pic>
        <p:nvPicPr>
          <p:cNvPr id="5" name="Imagen 4" descr="Imagen que contiene Texto&#10;&#10;Descripción generada automáticamente">
            <a:extLst>
              <a:ext uri="{FF2B5EF4-FFF2-40B4-BE49-F238E27FC236}">
                <a16:creationId xmlns:a16="http://schemas.microsoft.com/office/drawing/2014/main" id="{35D57B20-89C1-83B5-BDA4-46F8F2481CF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044" y="1668968"/>
            <a:ext cx="2614680" cy="1455635"/>
          </a:xfrm>
          <a:prstGeom prst="rect">
            <a:avLst/>
          </a:prstGeom>
        </p:spPr>
      </p:pic>
      <p:grpSp>
        <p:nvGrpSpPr>
          <p:cNvPr id="74" name="Grupo 73">
            <a:extLst>
              <a:ext uri="{FF2B5EF4-FFF2-40B4-BE49-F238E27FC236}">
                <a16:creationId xmlns:a16="http://schemas.microsoft.com/office/drawing/2014/main" id="{D4E015DD-57C8-2B2B-590A-9B54E23CC13A}"/>
              </a:ext>
            </a:extLst>
          </p:cNvPr>
          <p:cNvGrpSpPr/>
          <p:nvPr/>
        </p:nvGrpSpPr>
        <p:grpSpPr>
          <a:xfrm>
            <a:off x="5904487" y="0"/>
            <a:ext cx="6287513" cy="6858000"/>
            <a:chOff x="5904487" y="0"/>
            <a:chExt cx="6287513" cy="6858000"/>
          </a:xfrm>
        </p:grpSpPr>
        <p:grpSp>
          <p:nvGrpSpPr>
            <p:cNvPr id="206" name="Grupo 205">
              <a:extLst>
                <a:ext uri="{FF2B5EF4-FFF2-40B4-BE49-F238E27FC236}">
                  <a16:creationId xmlns:a16="http://schemas.microsoft.com/office/drawing/2014/main" id="{AF2C9C19-72A9-83C1-93C6-7CB066E52BFF}"/>
                </a:ext>
              </a:extLst>
            </p:cNvPr>
            <p:cNvGrpSpPr/>
            <p:nvPr/>
          </p:nvGrpSpPr>
          <p:grpSpPr>
            <a:xfrm>
              <a:off x="5904487" y="0"/>
              <a:ext cx="6287513" cy="6858000"/>
              <a:chOff x="5904487" y="0"/>
              <a:chExt cx="6287513" cy="6858000"/>
            </a:xfrm>
          </p:grpSpPr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9D4F80FB-CFE8-C80B-0B8A-813C6200E286}"/>
                  </a:ext>
                </a:extLst>
              </p:cNvPr>
              <p:cNvSpPr/>
              <p:nvPr/>
            </p:nvSpPr>
            <p:spPr>
              <a:xfrm>
                <a:off x="6096000" y="0"/>
                <a:ext cx="6096000" cy="6858000"/>
              </a:xfrm>
              <a:prstGeom prst="rect">
                <a:avLst/>
              </a:prstGeom>
              <a:gradFill>
                <a:gsLst>
                  <a:gs pos="0">
                    <a:srgbClr val="75300D"/>
                  </a:gs>
                  <a:gs pos="100000">
                    <a:srgbClr val="441C08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grpSp>
            <p:nvGrpSpPr>
              <p:cNvPr id="2" name="Grupo 1">
                <a:extLst>
                  <a:ext uri="{FF2B5EF4-FFF2-40B4-BE49-F238E27FC236}">
                    <a16:creationId xmlns:a16="http://schemas.microsoft.com/office/drawing/2014/main" id="{BE7BD7FA-987E-4F46-7126-69555A56FBCF}"/>
                  </a:ext>
                </a:extLst>
              </p:cNvPr>
              <p:cNvGrpSpPr/>
              <p:nvPr/>
            </p:nvGrpSpPr>
            <p:grpSpPr>
              <a:xfrm>
                <a:off x="5904487" y="565044"/>
                <a:ext cx="429954" cy="360000"/>
                <a:chOff x="5904487" y="565044"/>
                <a:chExt cx="429954" cy="360000"/>
              </a:xfrm>
            </p:grpSpPr>
            <p:sp>
              <p:nvSpPr>
                <p:cNvPr id="67" name="Rectángulo 66">
                  <a:extLst>
                    <a:ext uri="{FF2B5EF4-FFF2-40B4-BE49-F238E27FC236}">
                      <a16:creationId xmlns:a16="http://schemas.microsoft.com/office/drawing/2014/main" id="{87152090-33BD-9337-61C8-8B7DEA43B35E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69" name="Arco de bloque 68">
                  <a:extLst>
                    <a:ext uri="{FF2B5EF4-FFF2-40B4-BE49-F238E27FC236}">
                      <a16:creationId xmlns:a16="http://schemas.microsoft.com/office/drawing/2014/main" id="{8683717D-FF9E-E097-DE04-4F9E71847401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71" name="Rectángulo 70">
                <a:extLst>
                  <a:ext uri="{FF2B5EF4-FFF2-40B4-BE49-F238E27FC236}">
                    <a16:creationId xmlns:a16="http://schemas.microsoft.com/office/drawing/2014/main" id="{F93B6055-6D0F-D7A1-0E58-9D40D0AD38AC}"/>
                  </a:ext>
                </a:extLst>
              </p:cNvPr>
              <p:cNvSpPr/>
              <p:nvPr/>
            </p:nvSpPr>
            <p:spPr>
              <a:xfrm>
                <a:off x="6132035" y="954938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73" name="Arco de bloque 72">
                <a:extLst>
                  <a:ext uri="{FF2B5EF4-FFF2-40B4-BE49-F238E27FC236}">
                    <a16:creationId xmlns:a16="http://schemas.microsoft.com/office/drawing/2014/main" id="{FC475B5E-DB32-F49B-9E86-499ADFFF2BAA}"/>
                  </a:ext>
                </a:extLst>
              </p:cNvPr>
              <p:cNvSpPr/>
              <p:nvPr/>
            </p:nvSpPr>
            <p:spPr>
              <a:xfrm>
                <a:off x="5904487" y="847566"/>
                <a:ext cx="360000" cy="360000"/>
              </a:xfrm>
              <a:prstGeom prst="blockArc">
                <a:avLst>
                  <a:gd name="adj1" fmla="val 10800000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" name="Grupo 2">
                <a:extLst>
                  <a:ext uri="{FF2B5EF4-FFF2-40B4-BE49-F238E27FC236}">
                    <a16:creationId xmlns:a16="http://schemas.microsoft.com/office/drawing/2014/main" id="{5AC0F40E-95AE-2D7F-3B5D-152D80F1D48C}"/>
                  </a:ext>
                </a:extLst>
              </p:cNvPr>
              <p:cNvGrpSpPr/>
              <p:nvPr/>
            </p:nvGrpSpPr>
            <p:grpSpPr>
              <a:xfrm>
                <a:off x="5904487" y="847566"/>
                <a:ext cx="429954" cy="360000"/>
                <a:chOff x="5904487" y="565044"/>
                <a:chExt cx="429954" cy="360000"/>
              </a:xfrm>
            </p:grpSpPr>
            <p:sp>
              <p:nvSpPr>
                <p:cNvPr id="6" name="Rectángulo 5">
                  <a:extLst>
                    <a:ext uri="{FF2B5EF4-FFF2-40B4-BE49-F238E27FC236}">
                      <a16:creationId xmlns:a16="http://schemas.microsoft.com/office/drawing/2014/main" id="{FF5744E5-4D99-866A-CED3-02E5C14C26FE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7" name="Arco de bloque 6">
                  <a:extLst>
                    <a:ext uri="{FF2B5EF4-FFF2-40B4-BE49-F238E27FC236}">
                      <a16:creationId xmlns:a16="http://schemas.microsoft.com/office/drawing/2014/main" id="{0D53B88D-7470-22AC-43D2-B16E40D89C36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" name="Grupo 7">
                <a:extLst>
                  <a:ext uri="{FF2B5EF4-FFF2-40B4-BE49-F238E27FC236}">
                    <a16:creationId xmlns:a16="http://schemas.microsoft.com/office/drawing/2014/main" id="{DDF0C2BC-1C71-2898-0146-6250B3CAFEE5}"/>
                  </a:ext>
                </a:extLst>
              </p:cNvPr>
              <p:cNvGrpSpPr/>
              <p:nvPr/>
            </p:nvGrpSpPr>
            <p:grpSpPr>
              <a:xfrm>
                <a:off x="5904487" y="1130088"/>
                <a:ext cx="429954" cy="360000"/>
                <a:chOff x="5904487" y="565044"/>
                <a:chExt cx="429954" cy="360000"/>
              </a:xfrm>
            </p:grpSpPr>
            <p:sp>
              <p:nvSpPr>
                <p:cNvPr id="9" name="Rectángulo 8">
                  <a:extLst>
                    <a:ext uri="{FF2B5EF4-FFF2-40B4-BE49-F238E27FC236}">
                      <a16:creationId xmlns:a16="http://schemas.microsoft.com/office/drawing/2014/main" id="{9B8CC2F1-35D4-ABED-7265-681DE8C9AC30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0" name="Arco de bloque 9">
                  <a:extLst>
                    <a:ext uri="{FF2B5EF4-FFF2-40B4-BE49-F238E27FC236}">
                      <a16:creationId xmlns:a16="http://schemas.microsoft.com/office/drawing/2014/main" id="{D265F857-53E1-99E5-938F-BEF035881CDE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80674174-D0AA-CABE-B1BC-79440BDC7DC9}"/>
                  </a:ext>
                </a:extLst>
              </p:cNvPr>
              <p:cNvGrpSpPr/>
              <p:nvPr/>
            </p:nvGrpSpPr>
            <p:grpSpPr>
              <a:xfrm>
                <a:off x="5904487" y="1412610"/>
                <a:ext cx="429954" cy="360000"/>
                <a:chOff x="5904487" y="565044"/>
                <a:chExt cx="429954" cy="360000"/>
              </a:xfrm>
            </p:grpSpPr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1B78FCCB-47AC-C4D2-D5CB-04868528CBA0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3" name="Arco de bloque 12">
                  <a:extLst>
                    <a:ext uri="{FF2B5EF4-FFF2-40B4-BE49-F238E27FC236}">
                      <a16:creationId xmlns:a16="http://schemas.microsoft.com/office/drawing/2014/main" id="{2A8AA06C-8496-BCFF-AF78-8A8A9119FCAB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A386857E-FCB1-392D-F34F-6F99A9C6114D}"/>
                  </a:ext>
                </a:extLst>
              </p:cNvPr>
              <p:cNvGrpSpPr/>
              <p:nvPr/>
            </p:nvGrpSpPr>
            <p:grpSpPr>
              <a:xfrm>
                <a:off x="5904487" y="1695132"/>
                <a:ext cx="429954" cy="360000"/>
                <a:chOff x="5904487" y="565044"/>
                <a:chExt cx="429954" cy="360000"/>
              </a:xfrm>
            </p:grpSpPr>
            <p:sp>
              <p:nvSpPr>
                <p:cNvPr id="15" name="Rectángulo 14">
                  <a:extLst>
                    <a:ext uri="{FF2B5EF4-FFF2-40B4-BE49-F238E27FC236}">
                      <a16:creationId xmlns:a16="http://schemas.microsoft.com/office/drawing/2014/main" id="{0C4151BC-6565-C538-72AD-904E2AF11F2A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6" name="Arco de bloque 15">
                  <a:extLst>
                    <a:ext uri="{FF2B5EF4-FFF2-40B4-BE49-F238E27FC236}">
                      <a16:creationId xmlns:a16="http://schemas.microsoft.com/office/drawing/2014/main" id="{F6167C86-5B62-0E48-2296-BB3E01A96C0E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79BC09D1-A388-C699-328E-BDC0EEAB064F}"/>
                  </a:ext>
                </a:extLst>
              </p:cNvPr>
              <p:cNvGrpSpPr/>
              <p:nvPr/>
            </p:nvGrpSpPr>
            <p:grpSpPr>
              <a:xfrm>
                <a:off x="5904487" y="1977654"/>
                <a:ext cx="429954" cy="360000"/>
                <a:chOff x="5904487" y="565044"/>
                <a:chExt cx="429954" cy="360000"/>
              </a:xfrm>
            </p:grpSpPr>
            <p:sp>
              <p:nvSpPr>
                <p:cNvPr id="18" name="Rectángulo 17">
                  <a:extLst>
                    <a:ext uri="{FF2B5EF4-FFF2-40B4-BE49-F238E27FC236}">
                      <a16:creationId xmlns:a16="http://schemas.microsoft.com/office/drawing/2014/main" id="{78069032-D2FF-1099-F41A-7EE93A779A8B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9" name="Arco de bloque 18">
                  <a:extLst>
                    <a:ext uri="{FF2B5EF4-FFF2-40B4-BE49-F238E27FC236}">
                      <a16:creationId xmlns:a16="http://schemas.microsoft.com/office/drawing/2014/main" id="{330330D4-0FCB-1733-9068-73D7F00112B0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A0832557-B625-3A29-7615-850E9E2F0BDC}"/>
                  </a:ext>
                </a:extLst>
              </p:cNvPr>
              <p:cNvGrpSpPr/>
              <p:nvPr/>
            </p:nvGrpSpPr>
            <p:grpSpPr>
              <a:xfrm>
                <a:off x="5904487" y="2260176"/>
                <a:ext cx="429954" cy="360000"/>
                <a:chOff x="5904487" y="565044"/>
                <a:chExt cx="429954" cy="360000"/>
              </a:xfrm>
            </p:grpSpPr>
            <p:sp>
              <p:nvSpPr>
                <p:cNvPr id="21" name="Rectángulo 20">
                  <a:extLst>
                    <a:ext uri="{FF2B5EF4-FFF2-40B4-BE49-F238E27FC236}">
                      <a16:creationId xmlns:a16="http://schemas.microsoft.com/office/drawing/2014/main" id="{5E14144D-BEF0-127D-C5A6-B7E605C05338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2" name="Arco de bloque 21">
                  <a:extLst>
                    <a:ext uri="{FF2B5EF4-FFF2-40B4-BE49-F238E27FC236}">
                      <a16:creationId xmlns:a16="http://schemas.microsoft.com/office/drawing/2014/main" id="{9890B916-1B06-3251-7BCC-9712FA6232E7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3" name="Grupo 22">
                <a:extLst>
                  <a:ext uri="{FF2B5EF4-FFF2-40B4-BE49-F238E27FC236}">
                    <a16:creationId xmlns:a16="http://schemas.microsoft.com/office/drawing/2014/main" id="{36A3F429-804A-5003-78C6-4860AC7F3DAE}"/>
                  </a:ext>
                </a:extLst>
              </p:cNvPr>
              <p:cNvGrpSpPr/>
              <p:nvPr/>
            </p:nvGrpSpPr>
            <p:grpSpPr>
              <a:xfrm>
                <a:off x="5904487" y="2542698"/>
                <a:ext cx="429954" cy="360000"/>
                <a:chOff x="5904487" y="565044"/>
                <a:chExt cx="429954" cy="360000"/>
              </a:xfrm>
            </p:grpSpPr>
            <p:sp>
              <p:nvSpPr>
                <p:cNvPr id="24" name="Rectángulo 23">
                  <a:extLst>
                    <a:ext uri="{FF2B5EF4-FFF2-40B4-BE49-F238E27FC236}">
                      <a16:creationId xmlns:a16="http://schemas.microsoft.com/office/drawing/2014/main" id="{58C21CEC-4ADB-0857-834F-31F40CDE46B4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5" name="Arco de bloque 24">
                  <a:extLst>
                    <a:ext uri="{FF2B5EF4-FFF2-40B4-BE49-F238E27FC236}">
                      <a16:creationId xmlns:a16="http://schemas.microsoft.com/office/drawing/2014/main" id="{C6241A4D-5FE5-E7F7-58EF-F8C4920A4249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1094F983-9B6E-7E0A-414D-7D85819C6E06}"/>
                  </a:ext>
                </a:extLst>
              </p:cNvPr>
              <p:cNvGrpSpPr/>
              <p:nvPr/>
            </p:nvGrpSpPr>
            <p:grpSpPr>
              <a:xfrm>
                <a:off x="5904487" y="2825220"/>
                <a:ext cx="429954" cy="360000"/>
                <a:chOff x="5904487" y="565044"/>
                <a:chExt cx="429954" cy="360000"/>
              </a:xfrm>
            </p:grpSpPr>
            <p:sp>
              <p:nvSpPr>
                <p:cNvPr id="27" name="Rectángulo 26">
                  <a:extLst>
                    <a:ext uri="{FF2B5EF4-FFF2-40B4-BE49-F238E27FC236}">
                      <a16:creationId xmlns:a16="http://schemas.microsoft.com/office/drawing/2014/main" id="{D8C5C1D8-CB18-EF77-4B30-36FF27CAC902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8" name="Arco de bloque 27">
                  <a:extLst>
                    <a:ext uri="{FF2B5EF4-FFF2-40B4-BE49-F238E27FC236}">
                      <a16:creationId xmlns:a16="http://schemas.microsoft.com/office/drawing/2014/main" id="{3C83246D-201A-5AE4-43CC-2DDF3B9377A7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upo 28">
                <a:extLst>
                  <a:ext uri="{FF2B5EF4-FFF2-40B4-BE49-F238E27FC236}">
                    <a16:creationId xmlns:a16="http://schemas.microsoft.com/office/drawing/2014/main" id="{EA841AC5-50F3-15C8-9403-990E74EEB018}"/>
                  </a:ext>
                </a:extLst>
              </p:cNvPr>
              <p:cNvGrpSpPr/>
              <p:nvPr/>
            </p:nvGrpSpPr>
            <p:grpSpPr>
              <a:xfrm>
                <a:off x="5904487" y="3107742"/>
                <a:ext cx="429954" cy="360000"/>
                <a:chOff x="5904487" y="565044"/>
                <a:chExt cx="429954" cy="360000"/>
              </a:xfrm>
            </p:grpSpPr>
            <p:sp>
              <p:nvSpPr>
                <p:cNvPr id="30" name="Rectángulo 29">
                  <a:extLst>
                    <a:ext uri="{FF2B5EF4-FFF2-40B4-BE49-F238E27FC236}">
                      <a16:creationId xmlns:a16="http://schemas.microsoft.com/office/drawing/2014/main" id="{9CE58694-C4A4-7BCB-1AB7-3F11A7F92158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31" name="Arco de bloque 30">
                  <a:extLst>
                    <a:ext uri="{FF2B5EF4-FFF2-40B4-BE49-F238E27FC236}">
                      <a16:creationId xmlns:a16="http://schemas.microsoft.com/office/drawing/2014/main" id="{B440A60D-3982-1B71-AE31-51E75A3FF7E9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4" name="Grupo 63">
                <a:extLst>
                  <a:ext uri="{FF2B5EF4-FFF2-40B4-BE49-F238E27FC236}">
                    <a16:creationId xmlns:a16="http://schemas.microsoft.com/office/drawing/2014/main" id="{42606A7A-8676-93B6-7AEA-C6EF5440207A}"/>
                  </a:ext>
                </a:extLst>
              </p:cNvPr>
              <p:cNvGrpSpPr/>
              <p:nvPr/>
            </p:nvGrpSpPr>
            <p:grpSpPr>
              <a:xfrm>
                <a:off x="5904487" y="3390264"/>
                <a:ext cx="429954" cy="360000"/>
                <a:chOff x="5904487" y="565044"/>
                <a:chExt cx="429954" cy="360000"/>
              </a:xfrm>
            </p:grpSpPr>
            <p:sp>
              <p:nvSpPr>
                <p:cNvPr id="65" name="Rectángulo 64">
                  <a:extLst>
                    <a:ext uri="{FF2B5EF4-FFF2-40B4-BE49-F238E27FC236}">
                      <a16:creationId xmlns:a16="http://schemas.microsoft.com/office/drawing/2014/main" id="{E2777721-BF26-C058-8923-0F26B30FFD75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50" name="Arco de bloque 149">
                  <a:extLst>
                    <a:ext uri="{FF2B5EF4-FFF2-40B4-BE49-F238E27FC236}">
                      <a16:creationId xmlns:a16="http://schemas.microsoft.com/office/drawing/2014/main" id="{6B212FE7-48C3-5ED1-A5D0-8F25776CA7CF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1" name="Grupo 150">
                <a:extLst>
                  <a:ext uri="{FF2B5EF4-FFF2-40B4-BE49-F238E27FC236}">
                    <a16:creationId xmlns:a16="http://schemas.microsoft.com/office/drawing/2014/main" id="{5DD45F04-4E62-78E2-3D71-B6A098839245}"/>
                  </a:ext>
                </a:extLst>
              </p:cNvPr>
              <p:cNvGrpSpPr/>
              <p:nvPr/>
            </p:nvGrpSpPr>
            <p:grpSpPr>
              <a:xfrm>
                <a:off x="5904487" y="3672786"/>
                <a:ext cx="429954" cy="360000"/>
                <a:chOff x="5904487" y="565044"/>
                <a:chExt cx="429954" cy="360000"/>
              </a:xfrm>
            </p:grpSpPr>
            <p:sp>
              <p:nvSpPr>
                <p:cNvPr id="152" name="Rectángulo 151">
                  <a:extLst>
                    <a:ext uri="{FF2B5EF4-FFF2-40B4-BE49-F238E27FC236}">
                      <a16:creationId xmlns:a16="http://schemas.microsoft.com/office/drawing/2014/main" id="{8E0AD331-8091-C756-3233-456CBA527024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53" name="Arco de bloque 152">
                  <a:extLst>
                    <a:ext uri="{FF2B5EF4-FFF2-40B4-BE49-F238E27FC236}">
                      <a16:creationId xmlns:a16="http://schemas.microsoft.com/office/drawing/2014/main" id="{AD4AFCFB-6346-FA04-6678-DF5106FFE923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54" name="Grupo 153">
                <a:extLst>
                  <a:ext uri="{FF2B5EF4-FFF2-40B4-BE49-F238E27FC236}">
                    <a16:creationId xmlns:a16="http://schemas.microsoft.com/office/drawing/2014/main" id="{2B36DB7E-4A2F-DE25-547F-560482C96A53}"/>
                  </a:ext>
                </a:extLst>
              </p:cNvPr>
              <p:cNvGrpSpPr/>
              <p:nvPr/>
            </p:nvGrpSpPr>
            <p:grpSpPr>
              <a:xfrm>
                <a:off x="5904487" y="3955308"/>
                <a:ext cx="429954" cy="360000"/>
                <a:chOff x="5904487" y="565044"/>
                <a:chExt cx="429954" cy="360000"/>
              </a:xfrm>
            </p:grpSpPr>
            <p:sp>
              <p:nvSpPr>
                <p:cNvPr id="156" name="Rectángulo 155">
                  <a:extLst>
                    <a:ext uri="{FF2B5EF4-FFF2-40B4-BE49-F238E27FC236}">
                      <a16:creationId xmlns:a16="http://schemas.microsoft.com/office/drawing/2014/main" id="{4D6A1B1D-B87F-3C20-F6F0-BEA037FDDF8F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57" name="Arco de bloque 156">
                  <a:extLst>
                    <a:ext uri="{FF2B5EF4-FFF2-40B4-BE49-F238E27FC236}">
                      <a16:creationId xmlns:a16="http://schemas.microsoft.com/office/drawing/2014/main" id="{55CA5B56-1CDB-DD5B-3655-F8B9521037F7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1" name="Grupo 180">
                <a:extLst>
                  <a:ext uri="{FF2B5EF4-FFF2-40B4-BE49-F238E27FC236}">
                    <a16:creationId xmlns:a16="http://schemas.microsoft.com/office/drawing/2014/main" id="{F6D411AC-9976-1D6F-45EA-4C71F47C2E34}"/>
                  </a:ext>
                </a:extLst>
              </p:cNvPr>
              <p:cNvGrpSpPr/>
              <p:nvPr/>
            </p:nvGrpSpPr>
            <p:grpSpPr>
              <a:xfrm>
                <a:off x="5904487" y="4237830"/>
                <a:ext cx="429954" cy="360000"/>
                <a:chOff x="5904487" y="565044"/>
                <a:chExt cx="429954" cy="360000"/>
              </a:xfrm>
            </p:grpSpPr>
            <p:sp>
              <p:nvSpPr>
                <p:cNvPr id="182" name="Rectángulo 181">
                  <a:extLst>
                    <a:ext uri="{FF2B5EF4-FFF2-40B4-BE49-F238E27FC236}">
                      <a16:creationId xmlns:a16="http://schemas.microsoft.com/office/drawing/2014/main" id="{ABD134A6-FB30-E031-069F-9B376CCEC935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83" name="Arco de bloque 182">
                  <a:extLst>
                    <a:ext uri="{FF2B5EF4-FFF2-40B4-BE49-F238E27FC236}">
                      <a16:creationId xmlns:a16="http://schemas.microsoft.com/office/drawing/2014/main" id="{6111B1E8-701E-E2B0-DE63-2C1D87385826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4" name="Grupo 183">
                <a:extLst>
                  <a:ext uri="{FF2B5EF4-FFF2-40B4-BE49-F238E27FC236}">
                    <a16:creationId xmlns:a16="http://schemas.microsoft.com/office/drawing/2014/main" id="{99D867B1-BC1D-2A38-609D-C146FB135E61}"/>
                  </a:ext>
                </a:extLst>
              </p:cNvPr>
              <p:cNvGrpSpPr/>
              <p:nvPr/>
            </p:nvGrpSpPr>
            <p:grpSpPr>
              <a:xfrm>
                <a:off x="5904487" y="4520352"/>
                <a:ext cx="429954" cy="360000"/>
                <a:chOff x="5904487" y="565044"/>
                <a:chExt cx="429954" cy="360000"/>
              </a:xfrm>
            </p:grpSpPr>
            <p:sp>
              <p:nvSpPr>
                <p:cNvPr id="185" name="Rectángulo 184">
                  <a:extLst>
                    <a:ext uri="{FF2B5EF4-FFF2-40B4-BE49-F238E27FC236}">
                      <a16:creationId xmlns:a16="http://schemas.microsoft.com/office/drawing/2014/main" id="{C5BE44A5-DD35-BC04-2661-4D99943BB207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87" name="Arco de bloque 186">
                  <a:extLst>
                    <a:ext uri="{FF2B5EF4-FFF2-40B4-BE49-F238E27FC236}">
                      <a16:creationId xmlns:a16="http://schemas.microsoft.com/office/drawing/2014/main" id="{0DEF114C-4877-33DF-EDB1-95B41AA969A4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88" name="Grupo 187">
                <a:extLst>
                  <a:ext uri="{FF2B5EF4-FFF2-40B4-BE49-F238E27FC236}">
                    <a16:creationId xmlns:a16="http://schemas.microsoft.com/office/drawing/2014/main" id="{68664068-2D59-7B5A-A520-FC8B36F35471}"/>
                  </a:ext>
                </a:extLst>
              </p:cNvPr>
              <p:cNvGrpSpPr/>
              <p:nvPr/>
            </p:nvGrpSpPr>
            <p:grpSpPr>
              <a:xfrm>
                <a:off x="5904487" y="4802874"/>
                <a:ext cx="429954" cy="360000"/>
                <a:chOff x="5904487" y="565044"/>
                <a:chExt cx="429954" cy="360000"/>
              </a:xfrm>
            </p:grpSpPr>
            <p:sp>
              <p:nvSpPr>
                <p:cNvPr id="189" name="Rectángulo 188">
                  <a:extLst>
                    <a:ext uri="{FF2B5EF4-FFF2-40B4-BE49-F238E27FC236}">
                      <a16:creationId xmlns:a16="http://schemas.microsoft.com/office/drawing/2014/main" id="{D339850B-6353-E1EA-9338-214C675D3288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90" name="Arco de bloque 189">
                  <a:extLst>
                    <a:ext uri="{FF2B5EF4-FFF2-40B4-BE49-F238E27FC236}">
                      <a16:creationId xmlns:a16="http://schemas.microsoft.com/office/drawing/2014/main" id="{A2E74C08-8BF1-010A-CF6E-E55672ADF5E1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91" name="Grupo 190">
                <a:extLst>
                  <a:ext uri="{FF2B5EF4-FFF2-40B4-BE49-F238E27FC236}">
                    <a16:creationId xmlns:a16="http://schemas.microsoft.com/office/drawing/2014/main" id="{9421A336-247F-2797-FBCB-9FADABBB6AB7}"/>
                  </a:ext>
                </a:extLst>
              </p:cNvPr>
              <p:cNvGrpSpPr/>
              <p:nvPr/>
            </p:nvGrpSpPr>
            <p:grpSpPr>
              <a:xfrm>
                <a:off x="5904487" y="5085396"/>
                <a:ext cx="429954" cy="360000"/>
                <a:chOff x="5904487" y="565044"/>
                <a:chExt cx="429954" cy="360000"/>
              </a:xfrm>
            </p:grpSpPr>
            <p:sp>
              <p:nvSpPr>
                <p:cNvPr id="192" name="Rectángulo 191">
                  <a:extLst>
                    <a:ext uri="{FF2B5EF4-FFF2-40B4-BE49-F238E27FC236}">
                      <a16:creationId xmlns:a16="http://schemas.microsoft.com/office/drawing/2014/main" id="{56DF4C0B-84B6-3065-2470-BE8A1D8E6630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93" name="Arco de bloque 192">
                  <a:extLst>
                    <a:ext uri="{FF2B5EF4-FFF2-40B4-BE49-F238E27FC236}">
                      <a16:creationId xmlns:a16="http://schemas.microsoft.com/office/drawing/2014/main" id="{A84DD8D3-818B-1993-3DB9-76706C45ED3E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94" name="Grupo 193">
                <a:extLst>
                  <a:ext uri="{FF2B5EF4-FFF2-40B4-BE49-F238E27FC236}">
                    <a16:creationId xmlns:a16="http://schemas.microsoft.com/office/drawing/2014/main" id="{1A9CBAEA-E514-941A-36E8-29E1A442D51E}"/>
                  </a:ext>
                </a:extLst>
              </p:cNvPr>
              <p:cNvGrpSpPr/>
              <p:nvPr/>
            </p:nvGrpSpPr>
            <p:grpSpPr>
              <a:xfrm>
                <a:off x="5904487" y="5367918"/>
                <a:ext cx="429954" cy="360000"/>
                <a:chOff x="5904487" y="565044"/>
                <a:chExt cx="429954" cy="360000"/>
              </a:xfrm>
            </p:grpSpPr>
            <p:sp>
              <p:nvSpPr>
                <p:cNvPr id="195" name="Rectángulo 194">
                  <a:extLst>
                    <a:ext uri="{FF2B5EF4-FFF2-40B4-BE49-F238E27FC236}">
                      <a16:creationId xmlns:a16="http://schemas.microsoft.com/office/drawing/2014/main" id="{A520C6CE-B5D9-AE32-57B4-CDCDCF4F8E60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96" name="Arco de bloque 195">
                  <a:extLst>
                    <a:ext uri="{FF2B5EF4-FFF2-40B4-BE49-F238E27FC236}">
                      <a16:creationId xmlns:a16="http://schemas.microsoft.com/office/drawing/2014/main" id="{79232974-53E5-FDF7-715F-E8EC3CAB64EE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97" name="Grupo 196">
                <a:extLst>
                  <a:ext uri="{FF2B5EF4-FFF2-40B4-BE49-F238E27FC236}">
                    <a16:creationId xmlns:a16="http://schemas.microsoft.com/office/drawing/2014/main" id="{EA4621B9-B6AA-DF28-BEDE-AD20EBBFDB3C}"/>
                  </a:ext>
                </a:extLst>
              </p:cNvPr>
              <p:cNvGrpSpPr/>
              <p:nvPr/>
            </p:nvGrpSpPr>
            <p:grpSpPr>
              <a:xfrm>
                <a:off x="5904487" y="5650440"/>
                <a:ext cx="429954" cy="360000"/>
                <a:chOff x="5904487" y="565044"/>
                <a:chExt cx="429954" cy="360000"/>
              </a:xfrm>
            </p:grpSpPr>
            <p:sp>
              <p:nvSpPr>
                <p:cNvPr id="198" name="Rectángulo 197">
                  <a:extLst>
                    <a:ext uri="{FF2B5EF4-FFF2-40B4-BE49-F238E27FC236}">
                      <a16:creationId xmlns:a16="http://schemas.microsoft.com/office/drawing/2014/main" id="{5C4FA6CE-7090-456C-059B-7154AFA11117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199" name="Arco de bloque 198">
                  <a:extLst>
                    <a:ext uri="{FF2B5EF4-FFF2-40B4-BE49-F238E27FC236}">
                      <a16:creationId xmlns:a16="http://schemas.microsoft.com/office/drawing/2014/main" id="{D965B2F5-61B0-A3F3-C5C8-4EC97814E38B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0" name="Grupo 199">
                <a:extLst>
                  <a:ext uri="{FF2B5EF4-FFF2-40B4-BE49-F238E27FC236}">
                    <a16:creationId xmlns:a16="http://schemas.microsoft.com/office/drawing/2014/main" id="{5FF61265-C68F-FB3C-1637-570FE746AFEE}"/>
                  </a:ext>
                </a:extLst>
              </p:cNvPr>
              <p:cNvGrpSpPr/>
              <p:nvPr/>
            </p:nvGrpSpPr>
            <p:grpSpPr>
              <a:xfrm>
                <a:off x="5904487" y="5932962"/>
                <a:ext cx="429954" cy="360000"/>
                <a:chOff x="5904487" y="565044"/>
                <a:chExt cx="429954" cy="360000"/>
              </a:xfrm>
            </p:grpSpPr>
            <p:sp>
              <p:nvSpPr>
                <p:cNvPr id="201" name="Rectángulo 200">
                  <a:extLst>
                    <a:ext uri="{FF2B5EF4-FFF2-40B4-BE49-F238E27FC236}">
                      <a16:creationId xmlns:a16="http://schemas.microsoft.com/office/drawing/2014/main" id="{FEA7DA12-31DF-B3E1-9721-20160F68A000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02" name="Arco de bloque 201">
                  <a:extLst>
                    <a:ext uri="{FF2B5EF4-FFF2-40B4-BE49-F238E27FC236}">
                      <a16:creationId xmlns:a16="http://schemas.microsoft.com/office/drawing/2014/main" id="{CAEFA6D6-2FE0-977D-4734-22C7F28485BC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03" name="Grupo 202">
                <a:extLst>
                  <a:ext uri="{FF2B5EF4-FFF2-40B4-BE49-F238E27FC236}">
                    <a16:creationId xmlns:a16="http://schemas.microsoft.com/office/drawing/2014/main" id="{0C5D5906-721E-7192-14BA-EC5C36BD03CB}"/>
                  </a:ext>
                </a:extLst>
              </p:cNvPr>
              <p:cNvGrpSpPr/>
              <p:nvPr/>
            </p:nvGrpSpPr>
            <p:grpSpPr>
              <a:xfrm>
                <a:off x="5904487" y="6215484"/>
                <a:ext cx="429954" cy="360000"/>
                <a:chOff x="5904487" y="565044"/>
                <a:chExt cx="429954" cy="360000"/>
              </a:xfrm>
            </p:grpSpPr>
            <p:sp>
              <p:nvSpPr>
                <p:cNvPr id="204" name="Rectángulo 203">
                  <a:extLst>
                    <a:ext uri="{FF2B5EF4-FFF2-40B4-BE49-F238E27FC236}">
                      <a16:creationId xmlns:a16="http://schemas.microsoft.com/office/drawing/2014/main" id="{2318E229-3A32-C4C9-B612-6025E01EF86B}"/>
                    </a:ext>
                  </a:extLst>
                </p:cNvPr>
                <p:cNvSpPr/>
                <p:nvPr/>
              </p:nvSpPr>
              <p:spPr>
                <a:xfrm>
                  <a:off x="6132035" y="672416"/>
                  <a:ext cx="202406" cy="1452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/>
                </a:p>
              </p:txBody>
            </p:sp>
            <p:sp>
              <p:nvSpPr>
                <p:cNvPr id="205" name="Arco de bloque 204">
                  <a:extLst>
                    <a:ext uri="{FF2B5EF4-FFF2-40B4-BE49-F238E27FC236}">
                      <a16:creationId xmlns:a16="http://schemas.microsoft.com/office/drawing/2014/main" id="{9C49A34A-40CA-93F3-873F-4D5171E803A0}"/>
                    </a:ext>
                  </a:extLst>
                </p:cNvPr>
                <p:cNvSpPr/>
                <p:nvPr/>
              </p:nvSpPr>
              <p:spPr>
                <a:xfrm>
                  <a:off x="5904487" y="565044"/>
                  <a:ext cx="360000" cy="360000"/>
                </a:xfrm>
                <a:prstGeom prst="blockArc">
                  <a:avLst>
                    <a:gd name="adj1" fmla="val 5073989"/>
                    <a:gd name="adj2" fmla="val 21429327"/>
                    <a:gd name="adj3" fmla="val 15005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L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66" name="CuadroTexto 65">
              <a:extLst>
                <a:ext uri="{FF2B5EF4-FFF2-40B4-BE49-F238E27FC236}">
                  <a16:creationId xmlns:a16="http://schemas.microsoft.com/office/drawing/2014/main" id="{D97AE0A1-41C0-DD13-0DCE-28DF36E0BDBB}"/>
                </a:ext>
              </a:extLst>
            </p:cNvPr>
            <p:cNvSpPr txBox="1"/>
            <p:nvPr/>
          </p:nvSpPr>
          <p:spPr>
            <a:xfrm>
              <a:off x="6516770" y="2795326"/>
              <a:ext cx="43719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b="1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Los 20 pasos</a:t>
              </a:r>
            </a:p>
          </p:txBody>
        </p:sp>
        <p:pic>
          <p:nvPicPr>
            <p:cNvPr id="6146" name="Picture 2" descr="Redes Neuronales Recurrentes: Clave para IA Avanzada - Escribe contenidos  con IA">
              <a:extLst>
                <a:ext uri="{FF2B5EF4-FFF2-40B4-BE49-F238E27FC236}">
                  <a16:creationId xmlns:a16="http://schemas.microsoft.com/office/drawing/2014/main" id="{C9833087-5141-3EF6-D748-1450FFDD57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3267" y="1030860"/>
              <a:ext cx="3028950" cy="1514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0" name="CuadroTexto 69">
              <a:extLst>
                <a:ext uri="{FF2B5EF4-FFF2-40B4-BE49-F238E27FC236}">
                  <a16:creationId xmlns:a16="http://schemas.microsoft.com/office/drawing/2014/main" id="{DCB6A31D-D027-A99B-3FC9-F3294FC82D7A}"/>
                </a:ext>
              </a:extLst>
            </p:cNvPr>
            <p:cNvSpPr txBox="1"/>
            <p:nvPr/>
          </p:nvSpPr>
          <p:spPr>
            <a:xfrm>
              <a:off x="8295822" y="536533"/>
              <a:ext cx="25163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CL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Franklin Gothic Demi" panose="020B0703020102020204" pitchFamily="34" charset="0"/>
                </a:rPr>
                <a:t>Curso de ALURA</a:t>
              </a:r>
              <a:endParaRPr lang="es-CL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Franklin Gothic Demi" panose="020B0703020102020204" pitchFamily="34" charset="0"/>
              </a:endParaRPr>
            </a:p>
          </p:txBody>
        </p:sp>
      </p:grpSp>
      <p:pic>
        <p:nvPicPr>
          <p:cNvPr id="68" name="Imagen 67" descr="Bandera de colores&#10;&#10;El contenido generado por IA puede ser incorrecto.">
            <a:extLst>
              <a:ext uri="{FF2B5EF4-FFF2-40B4-BE49-F238E27FC236}">
                <a16:creationId xmlns:a16="http://schemas.microsoft.com/office/drawing/2014/main" id="{560B4C5A-C429-B50E-4631-136BD4EBED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30" y="3657314"/>
            <a:ext cx="908223" cy="1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28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D4F80FB-CFE8-C80B-0B8A-813C6200E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C9409F-9FD5-74BE-7957-F1AF31F79918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AAA8DBB-D5F9-24C8-464E-47A7163DEFCA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87152090-33BD-9337-61C8-8B7DEA43B35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4A7A32A1-0E48-871A-6D55-34F97FEC3E2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8683717D-FF9E-E097-DE04-4F9E7184740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C9FE01B4-0225-BEDE-3F21-138D1AFEB19C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F93B6055-6D0F-D7A1-0E58-9D40D0AD38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FAF734B1-5E40-1E23-3D72-7292E0B7456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FC475B5E-DB32-F49B-9E86-499ADFFF2B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A3B7B66-5971-7BFD-B06C-6F1BD69E93C3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9F97553-86AB-062E-BDF5-1279C9D94B8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09FF58A3-577E-7D59-81DE-6936B2039DA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4C90CAA0-4D34-CCF7-8398-7500D2C849F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6D71E622-F97F-9F11-39A6-AEF205D71628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362E757D-B5C7-7FCA-6C10-929F33DF2BA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DDA7812C-106A-4464-F436-F448B272859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B0D57BEA-031F-F27E-7401-2D5BA4EFCE6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D790DA0-3B5B-E339-6479-B22178A7FAEC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063974E6-5080-FF2F-9E11-818D1D34DEB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62560D80-1CBC-86D5-40F0-7847D6037AA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EC06FAA7-7E1E-0ABA-40CD-9BF1A50D8F4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9482C60-2D09-BA57-E20D-DAFCA726E16A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3434B01-F33E-C5B8-6A1C-995BA1AC4C4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3B30FB8D-7E8F-4497-28CC-36D7C494C78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2EACB559-BA10-7D2C-F69E-B8905B29D89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A58913B6-19B9-C4F5-54C0-B0A5D4320336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41D15C0E-4129-F088-B874-E966CAA1E20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2EEA9B48-B64E-D3DC-6693-CA1D0898DA0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E03AFD24-A8CE-A4A0-888D-7898D4CF960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6A25FBE5-E495-DB77-D914-2178429CFB8F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C08F7081-D3A2-9B9C-414E-592F38E81CC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513162A3-AC17-7FCA-6140-FEAB0C0C97C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6C1E0392-C625-72D8-F62D-52AC3E1555A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70D0C96B-B002-091D-90AE-2FFC64690250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00C6DCF0-07B4-1AE4-930F-8A53E778DD9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6F27086E-AD41-3163-ED5C-F0932A777FB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49C28CAB-41E1-8480-0442-5E8D0BC5344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E3C71D4-1E03-AB73-3B25-617B8BF55E29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FADD8F37-A360-7D10-3A6D-23A186E2C3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5C7AB3CE-27E6-BB83-6866-767661077AF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01174B01-3A9E-1CB6-1541-1EE68E0A99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69518322-67A8-840F-DCE4-5355749605C8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9D30513A-0E1E-E6A0-E8A4-4DF885C0219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2F662A39-2320-F2BE-DE10-0033505B4D0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B186C8A1-4A6D-30DB-0883-A3A737172FB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440FB8F-8114-884C-87F7-8CA97A8FDE9A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0FAFB3D8-EC71-6499-5040-2F763A8FD56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CF1EBA2C-0595-0D8E-AFD2-BD0564DE16B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CDBC13C8-D4E9-41C4-3745-9B4D9806FA4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535F2502-B671-13C8-55C5-749ABEEEEDDD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0998EE99-2CD8-9DB4-4483-374D205B22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416467FD-272C-6671-6F2F-BC42686FCF6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965373FF-DF8A-19DB-58EA-5064BB36FF1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9F810C5-DF74-749C-9006-B8418483DF9A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C7E4B58C-B623-EA66-48DB-3E8516B8419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7CC62214-4FB2-7CDD-45A1-B9FDDEC6DA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B4C83008-F694-D36C-54FC-10F946C5AA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5FC06261-E9CA-260E-66AA-CC9EA9345682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708DD019-864A-B4BC-F442-3847AE61D9D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EE9D956E-C682-5D48-AE40-CA1B6C8D512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D2AEA712-2E1A-30CB-E8D4-C3D149D810A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612FAA77-4C3D-A228-7128-D3FA530306C3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63E525B0-2BD4-69E2-B5C2-17FFC291301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5FEBBAF3-294A-A268-6820-AE8722F426D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A31FFCF9-9B74-7D6A-3951-926C68B932F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A9028F1D-44CC-E889-B787-90A1549ECB01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A1E82402-BAAA-CD13-8F97-99ACBEBFFF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04295CB6-46AF-46D7-168B-040CB37C65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E1C415F4-B1E8-85A9-D3E1-53E5E3C3402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F2000FD5-0A3D-8ED0-8946-079427BD29C5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D25ED288-83DF-439D-DD5B-FDD60DD3F14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D2F51A9A-7F46-0BDD-0E85-0F544A51E62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6BC62CD8-0B6D-D5B8-9B97-279B9944E58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6534C58-5752-8196-B768-80F6BAC28375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A8E39852-E7C5-9113-43C3-94289F9F215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8F7AF269-F770-185E-EEC8-2B5AE513C76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CBD28A51-7E8F-C945-35F0-1AF5FB3B7C0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85B7C071-3C18-717B-B052-DE2EEB99C488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1BE6904E-B3BB-CB19-738A-E1B60D553FC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DE026AE5-F872-1BC4-2A01-86C24D235D9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42B85C31-2670-EC76-9B90-A484CB6EBE3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12064331-4766-92CB-F459-2CFDE03C4B42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A82C8BB5-069B-63E9-5647-8C58F68DF14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74348C3E-F7C4-30C9-095E-7BD0FD02DED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60A93B3E-4FFB-C676-5C88-E1E25EA3A1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3855DDBF-3479-2751-53DC-8F4DA0414392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2105F17E-0529-F799-17D2-496CF2BB3F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797C74A1-52CB-2933-71D9-745E374F13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853E8E81-9534-DF0C-BDC5-F538A7E2531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3C1A85AC-86F0-008B-C8E1-2D475118FCF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76E35E18-4568-D556-BC7E-E097CF6D8CC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ADF63BC9-8CE2-963F-5929-CDF3297A2CB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7C93506A-D0B7-3496-33C4-6BFC261D6D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236F6B83-38B8-8F5F-C196-1E9B193D0C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6180E837-3E6F-E5F8-D5B3-F9E47580642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D135D3E-651B-BEE6-2C83-34689F2AF4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6BB061CB-945B-C39C-A0AE-29081696D5A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3EFCA903-0A47-7012-F2D7-7A441A71BF3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FF2526A8-6EB8-522F-1CC9-461E6C6C1E2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6FDD30A7-C82A-9230-7783-32FDA66072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E9D14658-A6DA-F4C0-B811-A8C0A6ECF8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57DDA932-CF0D-CD03-5C22-D82F53F294B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44CF587D-81C7-4CEE-A14F-AE54B028F0F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BB671EC1-A755-977F-58C9-94E37B885BE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28E1F271-AC53-3970-3CB4-E53FEB612DC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8341F74C-9105-6B7B-ACAC-6D99C7E571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7E4380A7-B8AE-7461-08EB-8295F6295D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B8E6C447-626D-6B06-66BC-3BD5726391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A4A77733-676B-37FC-527E-E49DC12DDE7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ADA87808-E547-90D2-C4ED-AC1178A677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EC2F8D1E-9B12-1329-19D6-DD0950A4BFCB}"/>
              </a:ext>
            </a:extLst>
          </p:cNvPr>
          <p:cNvSpPr/>
          <p:nvPr/>
        </p:nvSpPr>
        <p:spPr>
          <a:xfrm rot="5400000">
            <a:off x="11255572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C1C8A59-8B51-5800-C641-97D1DC383B10}"/>
              </a:ext>
            </a:extLst>
          </p:cNvPr>
          <p:cNvSpPr txBox="1"/>
          <p:nvPr/>
        </p:nvSpPr>
        <p:spPr>
          <a:xfrm>
            <a:off x="6789179" y="1760540"/>
            <a:ext cx="470176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Comic Sans MS" panose="030F0702030302020204" pitchFamily="66" charset="0"/>
              </a:rPr>
              <a:t>La lógica de programación es por ejemplo : como preparar una torta (seguir una secuencia de pasos)</a:t>
            </a:r>
            <a:br>
              <a:rPr lang="es-ES" sz="1600" dirty="0">
                <a:latin typeface="Comic Sans MS" panose="030F0702030302020204" pitchFamily="66" charset="0"/>
              </a:rPr>
            </a:br>
            <a:br>
              <a:rPr lang="es-ES" sz="1600" dirty="0">
                <a:latin typeface="Comic Sans MS" panose="030F0702030302020204" pitchFamily="66" charset="0"/>
              </a:rPr>
            </a:br>
            <a:r>
              <a:rPr lang="es-ES" dirty="0"/>
              <a:t>Cuando hablamos de </a:t>
            </a:r>
            <a:r>
              <a:rPr lang="es-ES" b="1" dirty="0"/>
              <a:t>lógica de programación</a:t>
            </a:r>
            <a:r>
              <a:rPr lang="es-ES" dirty="0"/>
              <a:t>, nos referimos a la </a:t>
            </a:r>
            <a:r>
              <a:rPr lang="es-ES" b="1" dirty="0"/>
              <a:t>capacidad de organizar y estructurar ideas para resolver problemas a través del código</a:t>
            </a:r>
            <a:r>
              <a:rPr lang="es-ES" dirty="0"/>
              <a:t>. Antes de escribir una línea de programación, necesitamos </a:t>
            </a:r>
            <a:r>
              <a:rPr lang="es-ES" b="1" dirty="0"/>
              <a:t>pensar como piensa un programa</a:t>
            </a:r>
            <a:r>
              <a:rPr lang="es-ES" dirty="0"/>
              <a:t>: en etapas bien definidas, instrucciones claras y decisiones basadas en condiciones.</a:t>
            </a:r>
          </a:p>
          <a:p>
            <a:endParaRPr lang="es-ES" dirty="0"/>
          </a:p>
        </p:txBody>
      </p:sp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F1171EDB-C34E-6C07-E744-E5231B0ADAB3}"/>
              </a:ext>
            </a:extLst>
          </p:cNvPr>
          <p:cNvSpPr/>
          <p:nvPr/>
        </p:nvSpPr>
        <p:spPr>
          <a:xfrm rot="5400000">
            <a:off x="11255572" y="2268150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6" name="Rectángulo: esquinas superiores redondeadas 5">
            <a:extLst>
              <a:ext uri="{FF2B5EF4-FFF2-40B4-BE49-F238E27FC236}">
                <a16:creationId xmlns:a16="http://schemas.microsoft.com/office/drawing/2014/main" id="{73F61F74-663B-6FF0-1A33-E6DF3EE71CD4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69F794-CFF8-7AF0-7E6C-50DD371118FA}"/>
              </a:ext>
            </a:extLst>
          </p:cNvPr>
          <p:cNvSpPr txBox="1"/>
          <p:nvPr/>
        </p:nvSpPr>
        <p:spPr>
          <a:xfrm>
            <a:off x="6693808" y="847566"/>
            <a:ext cx="4659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¿Qué es la lógica de programación y cómo aplicarla? </a:t>
            </a:r>
          </a:p>
          <a:p>
            <a:endParaRPr lang="es-CL" b="1" dirty="0">
              <a:latin typeface="Comic Sans MS" panose="030F0702030302020204" pitchFamily="66" charset="0"/>
            </a:endParaRPr>
          </a:p>
        </p:txBody>
      </p:sp>
      <p:pic>
        <p:nvPicPr>
          <p:cNvPr id="10" name="Imagen 9" descr="Logotipo&#10;&#10;Descripción generada automáticamente">
            <a:extLst>
              <a:ext uri="{FF2B5EF4-FFF2-40B4-BE49-F238E27FC236}">
                <a16:creationId xmlns:a16="http://schemas.microsoft.com/office/drawing/2014/main" id="{6E277A62-F1C0-F726-E388-7E45659B93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820">
            <a:off x="6236151" y="5519488"/>
            <a:ext cx="1573508" cy="896092"/>
          </a:xfrm>
          <a:prstGeom prst="rect">
            <a:avLst/>
          </a:prstGeom>
        </p:spPr>
      </p:pic>
      <p:pic>
        <p:nvPicPr>
          <p:cNvPr id="12" name="Imagen 11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D975CB19-393A-91A2-F3A6-30B469814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570" y="4716938"/>
            <a:ext cx="1296136" cy="1250596"/>
          </a:xfrm>
          <a:prstGeom prst="rect">
            <a:avLst/>
          </a:prstGeom>
        </p:spPr>
      </p:pic>
      <p:sp>
        <p:nvSpPr>
          <p:cNvPr id="11" name="Rectángulo: esquinas superiores redondeadas 10">
            <a:extLst>
              <a:ext uri="{FF2B5EF4-FFF2-40B4-BE49-F238E27FC236}">
                <a16:creationId xmlns:a16="http://schemas.microsoft.com/office/drawing/2014/main" id="{5D132A11-E7D3-8000-A2B4-BA63F10F1613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7" name="Rectángulo: esquinas superiores redondeadas 6">
            <a:extLst>
              <a:ext uri="{FF2B5EF4-FFF2-40B4-BE49-F238E27FC236}">
                <a16:creationId xmlns:a16="http://schemas.microsoft.com/office/drawing/2014/main" id="{547C5BBE-F342-ABFA-3F43-6C798F8931E7}"/>
              </a:ext>
            </a:extLst>
          </p:cNvPr>
          <p:cNvSpPr/>
          <p:nvPr/>
        </p:nvSpPr>
        <p:spPr>
          <a:xfrm>
            <a:off x="489705" y="774766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 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9B3F35AF-558F-6D1D-D2E2-855C792A46A4}"/>
              </a:ext>
            </a:extLst>
          </p:cNvPr>
          <p:cNvSpPr/>
          <p:nvPr/>
        </p:nvSpPr>
        <p:spPr>
          <a:xfrm>
            <a:off x="489705" y="2327305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14" name="Rectángulo: esquinas superiores redondeadas 13">
            <a:extLst>
              <a:ext uri="{FF2B5EF4-FFF2-40B4-BE49-F238E27FC236}">
                <a16:creationId xmlns:a16="http://schemas.microsoft.com/office/drawing/2014/main" id="{CD37DDF0-2B08-BCD6-87D5-D517A5070C4B}"/>
              </a:ext>
            </a:extLst>
          </p:cNvPr>
          <p:cNvSpPr/>
          <p:nvPr/>
        </p:nvSpPr>
        <p:spPr>
          <a:xfrm>
            <a:off x="489705" y="3879844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15" name="Rectángulo: esquinas superiores redondeadas 14">
            <a:extLst>
              <a:ext uri="{FF2B5EF4-FFF2-40B4-BE49-F238E27FC236}">
                <a16:creationId xmlns:a16="http://schemas.microsoft.com/office/drawing/2014/main" id="{BA5D5577-3FC7-02B5-7A9B-CF7DE9091C72}"/>
              </a:ext>
            </a:extLst>
          </p:cNvPr>
          <p:cNvSpPr/>
          <p:nvPr/>
        </p:nvSpPr>
        <p:spPr>
          <a:xfrm>
            <a:off x="489705" y="5432384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22" name="Rectángulo: esquinas superiores redondeadas 21">
            <a:extLst>
              <a:ext uri="{FF2B5EF4-FFF2-40B4-BE49-F238E27FC236}">
                <a16:creationId xmlns:a16="http://schemas.microsoft.com/office/drawing/2014/main" id="{ABB13331-E7B7-21C6-E63D-71AB271E9BF0}"/>
              </a:ext>
            </a:extLst>
          </p:cNvPr>
          <p:cNvSpPr/>
          <p:nvPr/>
        </p:nvSpPr>
        <p:spPr>
          <a:xfrm>
            <a:off x="2170153" y="774766"/>
            <a:ext cx="3398064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Pasos 1 al 5 </a:t>
            </a:r>
          </a:p>
        </p:txBody>
      </p:sp>
      <p:sp>
        <p:nvSpPr>
          <p:cNvPr id="23" name="Rectángulo: esquinas superiores redondeadas 22">
            <a:extLst>
              <a:ext uri="{FF2B5EF4-FFF2-40B4-BE49-F238E27FC236}">
                <a16:creationId xmlns:a16="http://schemas.microsoft.com/office/drawing/2014/main" id="{32B9110D-1DFB-C2FE-6BB8-CCB2AB2C43CC}"/>
              </a:ext>
            </a:extLst>
          </p:cNvPr>
          <p:cNvSpPr/>
          <p:nvPr/>
        </p:nvSpPr>
        <p:spPr>
          <a:xfrm>
            <a:off x="2170153" y="2327305"/>
            <a:ext cx="3398064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Pasos 6 al 10</a:t>
            </a:r>
          </a:p>
        </p:txBody>
      </p:sp>
      <p:sp>
        <p:nvSpPr>
          <p:cNvPr id="24" name="Rectángulo: esquinas superiores redondeadas 23">
            <a:extLst>
              <a:ext uri="{FF2B5EF4-FFF2-40B4-BE49-F238E27FC236}">
                <a16:creationId xmlns:a16="http://schemas.microsoft.com/office/drawing/2014/main" id="{DBBE46A1-4F84-8777-92DB-661B0B978BBC}"/>
              </a:ext>
            </a:extLst>
          </p:cNvPr>
          <p:cNvSpPr/>
          <p:nvPr/>
        </p:nvSpPr>
        <p:spPr>
          <a:xfrm>
            <a:off x="2170153" y="3879844"/>
            <a:ext cx="3398064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Pasos 11 al 15</a:t>
            </a:r>
          </a:p>
        </p:txBody>
      </p:sp>
      <p:sp>
        <p:nvSpPr>
          <p:cNvPr id="26" name="Rectángulo: esquinas superiores redondeadas 25">
            <a:extLst>
              <a:ext uri="{FF2B5EF4-FFF2-40B4-BE49-F238E27FC236}">
                <a16:creationId xmlns:a16="http://schemas.microsoft.com/office/drawing/2014/main" id="{3AC0AE60-DB34-630B-984A-0A8918C449E5}"/>
              </a:ext>
            </a:extLst>
          </p:cNvPr>
          <p:cNvSpPr/>
          <p:nvPr/>
        </p:nvSpPr>
        <p:spPr>
          <a:xfrm>
            <a:off x="2170153" y="5432383"/>
            <a:ext cx="3398064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Pasos 16 al 20</a:t>
            </a:r>
          </a:p>
        </p:txBody>
      </p:sp>
      <p:pic>
        <p:nvPicPr>
          <p:cNvPr id="27" name="Imagen 26" descr="Bandera de colores&#10;&#10;El contenido generado por IA puede ser incorrecto.">
            <a:extLst>
              <a:ext uri="{FF2B5EF4-FFF2-40B4-BE49-F238E27FC236}">
                <a16:creationId xmlns:a16="http://schemas.microsoft.com/office/drawing/2014/main" id="{D9EF6322-8332-6380-5292-FD6DC0FBD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120" y="4980220"/>
            <a:ext cx="908223" cy="1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49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D4F80FB-CFE8-C80B-0B8A-813C6200E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C9409F-9FD5-74BE-7957-F1AF31F79918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3855DDBF-3479-2751-53DC-8F4DA0414392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2105F17E-0529-F799-17D2-496CF2BB3F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797C74A1-52CB-2933-71D9-745E374F13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853E8E81-9534-DF0C-BDC5-F538A7E2531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3C1A85AC-86F0-008B-C8E1-2D475118FCF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76E35E18-4568-D556-BC7E-E097CF6D8CC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ADF63BC9-8CE2-963F-5929-CDF3297A2CB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7C93506A-D0B7-3496-33C4-6BFC261D6D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236F6B83-38B8-8F5F-C196-1E9B193D0C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6180E837-3E6F-E5F8-D5B3-F9E47580642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D135D3E-651B-BEE6-2C83-34689F2AF4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6BB061CB-945B-C39C-A0AE-29081696D5A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3EFCA903-0A47-7012-F2D7-7A441A71BF3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FF2526A8-6EB8-522F-1CC9-461E6C6C1E2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6FDD30A7-C82A-9230-7783-32FDA66072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E9D14658-A6DA-F4C0-B811-A8C0A6ECF8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57DDA932-CF0D-CD03-5C22-D82F53F294B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44CF587D-81C7-4CEE-A14F-AE54B028F0F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BB671EC1-A755-977F-58C9-94E37B885BE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28E1F271-AC53-3970-3CB4-E53FEB612DC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8341F74C-9105-6B7B-ACAC-6D99C7E571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7E4380A7-B8AE-7461-08EB-8295F6295D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B8E6C447-626D-6B06-66BC-3BD5726391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A4A77733-676B-37FC-527E-E49DC12DDE7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ADA87808-E547-90D2-C4ED-AC1178A677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6F160FD-B680-2520-6638-1A6FC5075569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D7AB462-05A6-3749-D00B-5DCD730BE1BE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2E4CBFAA-EC5E-9C70-3BE7-DB22D2F5748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CFD59F7-E328-407A-286C-142F7F61FB3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960D09C-20A7-1A9F-D1C6-2810860EE3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37B9454-BC11-84E4-73D0-BFE050570D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1D8E92F-260B-6580-0B28-048BD7303EE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6F5C4C8A-5D0F-2FA7-170C-B9B5958077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C784B354-BBC4-2F2D-0A9A-B478DAF6E17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4DCEA10A-064D-D6DB-DCB9-BFC8174759F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D52D8B37-7FBE-E73C-6182-A985010D0C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E946D442-880F-9D03-F2EF-56DA7ABA7C8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6A739E8-4D05-33AB-2D37-01B23BD305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AA1DFC3-B5C0-4172-4C8A-6D50E1C159D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19893C8C-F183-D770-1524-E3656591FD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2405A018-AB67-7954-A0F9-C47557746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DD6AF73F-4EEA-CFEF-05C4-9E1EB507D1B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89A1378-4D20-7586-1D8F-84DCE462CA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6174CB1E-03AF-77A8-A433-AD27DBE3640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BAF31208-3F8D-0CBA-B0A2-24F80D4EB93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33EE9C4F-82C6-4872-8C3E-8B762116A07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EF98473F-1A2D-83EF-850D-896E68EC9B1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DF067EDA-F7D0-C88A-2F1C-3BD468662F1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A32867C-A9DA-FFF0-6EB9-11B7277DCE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E7B0B3D-6305-7371-9504-2CAA388424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361E3A8-F7DA-49BF-6B33-410149B5394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AAA8DBB-D5F9-24C8-464E-47A7163DEFCA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87152090-33BD-9337-61C8-8B7DEA43B35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4A7A32A1-0E48-871A-6D55-34F97FEC3E2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8683717D-FF9E-E097-DE04-4F9E7184740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C9FE01B4-0225-BEDE-3F21-138D1AFEB19C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F93B6055-6D0F-D7A1-0E58-9D40D0AD38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FAF734B1-5E40-1E23-3D72-7292E0B7456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FC475B5E-DB32-F49B-9E86-499ADFFF2B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A3B7B66-5971-7BFD-B06C-6F1BD69E93C3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9F97553-86AB-062E-BDF5-1279C9D94B8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09FF58A3-577E-7D59-81DE-6936B2039DA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4C90CAA0-4D34-CCF7-8398-7500D2C849F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6D71E622-F97F-9F11-39A6-AEF205D71628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362E757D-B5C7-7FCA-6C10-929F33DF2BA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DDA7812C-106A-4464-F436-F448B272859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B0D57BEA-031F-F27E-7401-2D5BA4EFCE6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D790DA0-3B5B-E339-6479-B22178A7FAEC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063974E6-5080-FF2F-9E11-818D1D34DEB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62560D80-1CBC-86D5-40F0-7847D6037AA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EC06FAA7-7E1E-0ABA-40CD-9BF1A50D8F4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9482C60-2D09-BA57-E20D-DAFCA726E16A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3434B01-F33E-C5B8-6A1C-995BA1AC4C4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3B30FB8D-7E8F-4497-28CC-36D7C494C78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2EACB559-BA10-7D2C-F69E-B8905B29D89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A58913B6-19B9-C4F5-54C0-B0A5D4320336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41D15C0E-4129-F088-B874-E966CAA1E20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2EEA9B48-B64E-D3DC-6693-CA1D0898DA0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E03AFD24-A8CE-A4A0-888D-7898D4CF960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6A25FBE5-E495-DB77-D914-2178429CFB8F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C08F7081-D3A2-9B9C-414E-592F38E81CC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513162A3-AC17-7FCA-6140-FEAB0C0C97C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6C1E0392-C625-72D8-F62D-52AC3E1555A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70D0C96B-B002-091D-90AE-2FFC64690250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00C6DCF0-07B4-1AE4-930F-8A53E778DD9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6F27086E-AD41-3163-ED5C-F0932A777FB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49C28CAB-41E1-8480-0442-5E8D0BC5344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E3C71D4-1E03-AB73-3B25-617B8BF55E29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FADD8F37-A360-7D10-3A6D-23A186E2C3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5C7AB3CE-27E6-BB83-6866-767661077AF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01174B01-3A9E-1CB6-1541-1EE68E0A99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69518322-67A8-840F-DCE4-5355749605C8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9D30513A-0E1E-E6A0-E8A4-4DF885C0219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2F662A39-2320-F2BE-DE10-0033505B4D0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B186C8A1-4A6D-30DB-0883-A3A737172FB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440FB8F-8114-884C-87F7-8CA97A8FDE9A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0FAFB3D8-EC71-6499-5040-2F763A8FD56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CF1EBA2C-0595-0D8E-AFD2-BD0564DE16B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CDBC13C8-D4E9-41C4-3745-9B4D9806FA4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535F2502-B671-13C8-55C5-749ABEEEEDDD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0998EE99-2CD8-9DB4-4483-374D205B22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416467FD-272C-6671-6F2F-BC42686FCF6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965373FF-DF8A-19DB-58EA-5064BB36FF1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9F810C5-DF74-749C-9006-B8418483DF9A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C7E4B58C-B623-EA66-48DB-3E8516B8419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7CC62214-4FB2-7CDD-45A1-B9FDDEC6DA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B4C83008-F694-D36C-54FC-10F946C5AA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5FC06261-E9CA-260E-66AA-CC9EA9345682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708DD019-864A-B4BC-F442-3847AE61D9D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EE9D956E-C682-5D48-AE40-CA1B6C8D512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D2AEA712-2E1A-30CB-E8D4-C3D149D810A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612FAA77-4C3D-A228-7128-D3FA530306C3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63E525B0-2BD4-69E2-B5C2-17FFC291301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5FEBBAF3-294A-A268-6820-AE8722F426D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A31FFCF9-9B74-7D6A-3951-926C68B932F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A9028F1D-44CC-E889-B787-90A1549ECB01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A1E82402-BAAA-CD13-8F97-99ACBEBFFF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04295CB6-46AF-46D7-168B-040CB37C65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E1C415F4-B1E8-85A9-D3E1-53E5E3C3402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F2000FD5-0A3D-8ED0-8946-079427BD29C5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D25ED288-83DF-439D-DD5B-FDD60DD3F14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D2F51A9A-7F46-0BDD-0E85-0F544A51E62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6BC62CD8-0B6D-D5B8-9B97-279B9944E58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6534C58-5752-8196-B768-80F6BAC28375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A8E39852-E7C5-9113-43C3-94289F9F215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8F7AF269-F770-185E-EEC8-2B5AE513C76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CBD28A51-7E8F-C945-35F0-1AF5FB3B7C0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85B7C071-3C18-717B-B052-DE2EEB99C488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1BE6904E-B3BB-CB19-738A-E1B60D553FC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DE026AE5-F872-1BC4-2A01-86C24D235D9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42B85C31-2670-EC76-9B90-A484CB6EBE3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12064331-4766-92CB-F459-2CFDE03C4B42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A82C8BB5-069B-63E9-5647-8C58F68DF14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74348C3E-F7C4-30C9-095E-7BD0FD02DED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60A93B3E-4FFB-C676-5C88-E1E25EA3A1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AE381F2D-F9DB-5647-CC7A-5B5577704761}"/>
              </a:ext>
            </a:extLst>
          </p:cNvPr>
          <p:cNvSpPr txBox="1"/>
          <p:nvPr/>
        </p:nvSpPr>
        <p:spPr>
          <a:xfrm>
            <a:off x="760756" y="1450542"/>
            <a:ext cx="47628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Comic Sans MS" panose="030F0702030302020204" pitchFamily="66" charset="0"/>
              </a:rPr>
              <a:t>Preparar un café</a:t>
            </a:r>
            <a:br>
              <a:rPr lang="es-CL" sz="1600" dirty="0">
                <a:latin typeface="Comic Sans MS" panose="030F0702030302020204" pitchFamily="66" charset="0"/>
              </a:rPr>
            </a:b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>
                <a:latin typeface="Comic Sans MS" panose="030F0702030302020204" pitchFamily="66" charset="0"/>
              </a:rPr>
              <a:t>-colocar el agua a hervir</a:t>
            </a: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>
                <a:latin typeface="Comic Sans MS" panose="030F0702030302020204" pitchFamily="66" charset="0"/>
              </a:rPr>
              <a:t>-agregar café </a:t>
            </a: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>
                <a:latin typeface="Comic Sans MS" panose="030F0702030302020204" pitchFamily="66" charset="0"/>
              </a:rPr>
              <a:t>-poner agua</a:t>
            </a: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>
                <a:latin typeface="Comic Sans MS" panose="030F0702030302020204" pitchFamily="66" charset="0"/>
              </a:rPr>
              <a:t>-poner azúcar</a:t>
            </a:r>
            <a:br>
              <a:rPr lang="es-CL" sz="1600" dirty="0">
                <a:latin typeface="Comic Sans MS" panose="030F0702030302020204" pitchFamily="66" charset="0"/>
              </a:rPr>
            </a:br>
            <a:endParaRPr lang="es-CL" sz="1600" dirty="0">
              <a:latin typeface="Comic Sans MS" panose="030F0702030302020204" pitchFamily="66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13E07A-9BD5-CCF4-1EE2-93E3938BA173}"/>
              </a:ext>
            </a:extLst>
          </p:cNvPr>
          <p:cNvSpPr txBox="1"/>
          <p:nvPr/>
        </p:nvSpPr>
        <p:spPr>
          <a:xfrm>
            <a:off x="789322" y="858181"/>
            <a:ext cx="4762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¿Qué es la lógica de programación y cómo aplicarla – ejemplo del café</a:t>
            </a:r>
            <a:endParaRPr lang="es-CL" b="1" dirty="0">
              <a:latin typeface="Comic Sans MS" panose="030F0702030302020204" pitchFamily="66" charset="0"/>
            </a:endParaRPr>
          </a:p>
        </p:txBody>
      </p:sp>
      <p:pic>
        <p:nvPicPr>
          <p:cNvPr id="7" name="Imagen 6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E4DAAB5C-8F92-3EC8-BB69-EB0103C79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468" y="1227513"/>
            <a:ext cx="1310072" cy="982554"/>
          </a:xfrm>
          <a:prstGeom prst="rect">
            <a:avLst/>
          </a:prstGeom>
        </p:spPr>
      </p:pic>
      <p:pic>
        <p:nvPicPr>
          <p:cNvPr id="8" name="Imagen 7" descr="Imagen que contiene clip, estacionaria, luz, broche&#10;&#10;Descripción generada automáticamente">
            <a:extLst>
              <a:ext uri="{FF2B5EF4-FFF2-40B4-BE49-F238E27FC236}">
                <a16:creationId xmlns:a16="http://schemas.microsoft.com/office/drawing/2014/main" id="{CF46B746-09DD-7352-B071-ACB7EFB724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6391">
            <a:off x="885182" y="3472033"/>
            <a:ext cx="1163497" cy="1163497"/>
          </a:xfrm>
          <a:prstGeom prst="rect">
            <a:avLst/>
          </a:prstGeom>
        </p:spPr>
      </p:pic>
      <p:pic>
        <p:nvPicPr>
          <p:cNvPr id="1030" name="Picture 6" descr="Qué son las redes neuronales - IA Colombia">
            <a:extLst>
              <a:ext uri="{FF2B5EF4-FFF2-40B4-BE49-F238E27FC236}">
                <a16:creationId xmlns:a16="http://schemas.microsoft.com/office/drawing/2014/main" id="{5EAD9695-5521-7A60-28B1-1FB1086BE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038" y="3099876"/>
            <a:ext cx="3684457" cy="2456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BB47D27-4283-DBBA-0B0C-EDBBD4599F54}"/>
              </a:ext>
            </a:extLst>
          </p:cNvPr>
          <p:cNvSpPr txBox="1"/>
          <p:nvPr/>
        </p:nvSpPr>
        <p:spPr>
          <a:xfrm>
            <a:off x="6693807" y="858181"/>
            <a:ext cx="1265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EJEMPLO</a:t>
            </a:r>
          </a:p>
        </p:txBody>
      </p:sp>
      <p:sp>
        <p:nvSpPr>
          <p:cNvPr id="12" name="Diagrama de flujo: datos almacenados 11">
            <a:extLst>
              <a:ext uri="{FF2B5EF4-FFF2-40B4-BE49-F238E27FC236}">
                <a16:creationId xmlns:a16="http://schemas.microsoft.com/office/drawing/2014/main" id="{9234507B-E83E-9EA0-CB5D-5F0FB02D9F89}"/>
              </a:ext>
            </a:extLst>
          </p:cNvPr>
          <p:cNvSpPr/>
          <p:nvPr/>
        </p:nvSpPr>
        <p:spPr>
          <a:xfrm flipH="1">
            <a:off x="6675405" y="3319292"/>
            <a:ext cx="1058895" cy="665404"/>
          </a:xfrm>
          <a:prstGeom prst="flowChartOnlineStorag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latin typeface="Comic Sans MS" panose="030F0702030302020204" pitchFamily="66" charset="0"/>
              </a:rPr>
              <a:t>1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B64D5F3-549E-B636-81EE-AC5940D3AD91}"/>
              </a:ext>
            </a:extLst>
          </p:cNvPr>
          <p:cNvCxnSpPr/>
          <p:nvPr/>
        </p:nvCxnSpPr>
        <p:spPr>
          <a:xfrm>
            <a:off x="7192161" y="3984695"/>
            <a:ext cx="0" cy="431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E986ECD0-F07D-234B-C6EF-5B616C52E6A4}"/>
              </a:ext>
            </a:extLst>
          </p:cNvPr>
          <p:cNvSpPr/>
          <p:nvPr/>
        </p:nvSpPr>
        <p:spPr>
          <a:xfrm>
            <a:off x="7138161" y="4324800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9CC7217-C80E-C1DD-47FE-34F28B028DC7}"/>
              </a:ext>
            </a:extLst>
          </p:cNvPr>
          <p:cNvSpPr txBox="1"/>
          <p:nvPr/>
        </p:nvSpPr>
        <p:spPr>
          <a:xfrm>
            <a:off x="6561104" y="4417054"/>
            <a:ext cx="12874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  <a:t>Primer paso</a:t>
            </a: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r>
              <a:rPr lang="es-CL" sz="1100" dirty="0">
                <a:latin typeface="Comic Sans MS" panose="030F0702030302020204" pitchFamily="66" charset="0"/>
              </a:rPr>
              <a:t> colocar el agua a hervir</a:t>
            </a:r>
            <a:endParaRPr lang="es-CL" sz="1100" dirty="0">
              <a:solidFill>
                <a:srgbClr val="00B050"/>
              </a:solidFill>
              <a:latin typeface="Lucida Bright" panose="02040602050505020304" pitchFamily="18" charset="0"/>
            </a:endParaRPr>
          </a:p>
        </p:txBody>
      </p:sp>
      <p:sp>
        <p:nvSpPr>
          <p:cNvPr id="156" name="Diagrama de flujo: datos almacenados 155">
            <a:extLst>
              <a:ext uri="{FF2B5EF4-FFF2-40B4-BE49-F238E27FC236}">
                <a16:creationId xmlns:a16="http://schemas.microsoft.com/office/drawing/2014/main" id="{C6E94DEC-96E5-1C09-5A6C-01AA82C94373}"/>
              </a:ext>
            </a:extLst>
          </p:cNvPr>
          <p:cNvSpPr/>
          <p:nvPr/>
        </p:nvSpPr>
        <p:spPr>
          <a:xfrm flipH="1">
            <a:off x="7615768" y="3310190"/>
            <a:ext cx="1058895" cy="665404"/>
          </a:xfrm>
          <a:prstGeom prst="flowChartOnlineStorag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latin typeface="Comic Sans MS" panose="030F0702030302020204" pitchFamily="66" charset="0"/>
              </a:rPr>
              <a:t>2</a:t>
            </a:r>
          </a:p>
        </p:txBody>
      </p:sp>
      <p:cxnSp>
        <p:nvCxnSpPr>
          <p:cNvPr id="157" name="Conector recto 156">
            <a:extLst>
              <a:ext uri="{FF2B5EF4-FFF2-40B4-BE49-F238E27FC236}">
                <a16:creationId xmlns:a16="http://schemas.microsoft.com/office/drawing/2014/main" id="{6A0B6071-5C42-97D6-42BB-0D557984DEB0}"/>
              </a:ext>
            </a:extLst>
          </p:cNvPr>
          <p:cNvCxnSpPr/>
          <p:nvPr/>
        </p:nvCxnSpPr>
        <p:spPr>
          <a:xfrm>
            <a:off x="8121148" y="2884037"/>
            <a:ext cx="0" cy="431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Elipse 1023">
            <a:extLst>
              <a:ext uri="{FF2B5EF4-FFF2-40B4-BE49-F238E27FC236}">
                <a16:creationId xmlns:a16="http://schemas.microsoft.com/office/drawing/2014/main" id="{1AB33A21-C2D5-3BF6-EF21-296D559732F2}"/>
              </a:ext>
            </a:extLst>
          </p:cNvPr>
          <p:cNvSpPr/>
          <p:nvPr/>
        </p:nvSpPr>
        <p:spPr>
          <a:xfrm>
            <a:off x="8067148" y="2887345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25" name="CuadroTexto 1024">
            <a:extLst>
              <a:ext uri="{FF2B5EF4-FFF2-40B4-BE49-F238E27FC236}">
                <a16:creationId xmlns:a16="http://schemas.microsoft.com/office/drawing/2014/main" id="{CB193EBA-6211-C922-5A17-E304E4609889}"/>
              </a:ext>
            </a:extLst>
          </p:cNvPr>
          <p:cNvSpPr txBox="1"/>
          <p:nvPr/>
        </p:nvSpPr>
        <p:spPr>
          <a:xfrm>
            <a:off x="7501467" y="2328687"/>
            <a:ext cx="128749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100" dirty="0">
                <a:solidFill>
                  <a:srgbClr val="0070C0"/>
                </a:solidFill>
                <a:latin typeface="Lucida Bright" panose="02040602050505020304" pitchFamily="18" charset="0"/>
              </a:rPr>
              <a:t>Segundo paso</a:t>
            </a: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r>
              <a:rPr lang="es-CL" sz="1100" dirty="0">
                <a:latin typeface="Lucida Bright" panose="02040602050505020304" pitchFamily="18" charset="0"/>
              </a:rPr>
              <a:t>Agrega</a:t>
            </a:r>
            <a: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  <a:t>r</a:t>
            </a:r>
            <a:r>
              <a:rPr lang="es-CL" sz="1100" dirty="0">
                <a:latin typeface="Comic Sans MS" panose="030F0702030302020204" pitchFamily="66" charset="0"/>
              </a:rPr>
              <a:t> café</a:t>
            </a:r>
            <a:endParaRPr lang="es-CL" sz="1100" dirty="0">
              <a:solidFill>
                <a:srgbClr val="00B050"/>
              </a:solidFill>
              <a:latin typeface="Lucida Bright" panose="02040602050505020304" pitchFamily="18" charset="0"/>
            </a:endParaRPr>
          </a:p>
        </p:txBody>
      </p:sp>
      <p:sp>
        <p:nvSpPr>
          <p:cNvPr id="1027" name="Diagrama de flujo: datos almacenados 1026">
            <a:extLst>
              <a:ext uri="{FF2B5EF4-FFF2-40B4-BE49-F238E27FC236}">
                <a16:creationId xmlns:a16="http://schemas.microsoft.com/office/drawing/2014/main" id="{5B88E9FB-BD69-AC2E-E251-1A0E380D6B5A}"/>
              </a:ext>
            </a:extLst>
          </p:cNvPr>
          <p:cNvSpPr/>
          <p:nvPr/>
        </p:nvSpPr>
        <p:spPr>
          <a:xfrm flipH="1">
            <a:off x="8556131" y="3301088"/>
            <a:ext cx="1058895" cy="665404"/>
          </a:xfrm>
          <a:prstGeom prst="flowChartOnlineStorag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latin typeface="Comic Sans MS" panose="030F0702030302020204" pitchFamily="66" charset="0"/>
              </a:rPr>
              <a:t>3</a:t>
            </a:r>
          </a:p>
        </p:txBody>
      </p:sp>
      <p:cxnSp>
        <p:nvCxnSpPr>
          <p:cNvPr id="1029" name="Conector recto 1028">
            <a:extLst>
              <a:ext uri="{FF2B5EF4-FFF2-40B4-BE49-F238E27FC236}">
                <a16:creationId xmlns:a16="http://schemas.microsoft.com/office/drawing/2014/main" id="{ACB8977C-AEC3-80CA-AD22-F11D67C73B96}"/>
              </a:ext>
            </a:extLst>
          </p:cNvPr>
          <p:cNvCxnSpPr/>
          <p:nvPr/>
        </p:nvCxnSpPr>
        <p:spPr>
          <a:xfrm>
            <a:off x="9072887" y="3966491"/>
            <a:ext cx="0" cy="431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1" name="Elipse 1030">
            <a:extLst>
              <a:ext uri="{FF2B5EF4-FFF2-40B4-BE49-F238E27FC236}">
                <a16:creationId xmlns:a16="http://schemas.microsoft.com/office/drawing/2014/main" id="{EE61F34E-0A96-7FCA-8C47-ACAD156F5EAC}"/>
              </a:ext>
            </a:extLst>
          </p:cNvPr>
          <p:cNvSpPr/>
          <p:nvPr/>
        </p:nvSpPr>
        <p:spPr>
          <a:xfrm>
            <a:off x="9018887" y="4306596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32" name="CuadroTexto 1031">
            <a:extLst>
              <a:ext uri="{FF2B5EF4-FFF2-40B4-BE49-F238E27FC236}">
                <a16:creationId xmlns:a16="http://schemas.microsoft.com/office/drawing/2014/main" id="{EF0EC685-71D4-BB5D-2847-2B4ACFE0A15B}"/>
              </a:ext>
            </a:extLst>
          </p:cNvPr>
          <p:cNvSpPr txBox="1"/>
          <p:nvPr/>
        </p:nvSpPr>
        <p:spPr>
          <a:xfrm>
            <a:off x="8316393" y="4400490"/>
            <a:ext cx="15129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  <a:t>Tercer paso</a:t>
            </a: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r>
              <a:rPr lang="es-CL" sz="1100" dirty="0">
                <a:latin typeface="Comic Sans MS" panose="030F0702030302020204" pitchFamily="66" charset="0"/>
              </a:rPr>
              <a:t>poner agua</a:t>
            </a:r>
            <a:br>
              <a:rPr lang="es-CL" sz="1100" dirty="0">
                <a:latin typeface="Comic Sans MS" panose="030F0702030302020204" pitchFamily="66" charset="0"/>
              </a:rPr>
            </a:br>
            <a:endParaRPr lang="es-CL" sz="1100" dirty="0">
              <a:solidFill>
                <a:srgbClr val="00B050"/>
              </a:solidFill>
              <a:latin typeface="Lucida Bright" panose="02040602050505020304" pitchFamily="18" charset="0"/>
            </a:endParaRPr>
          </a:p>
        </p:txBody>
      </p:sp>
      <p:sp>
        <p:nvSpPr>
          <p:cNvPr id="1033" name="Diagrama de flujo: datos almacenados 1032">
            <a:extLst>
              <a:ext uri="{FF2B5EF4-FFF2-40B4-BE49-F238E27FC236}">
                <a16:creationId xmlns:a16="http://schemas.microsoft.com/office/drawing/2014/main" id="{72FF6990-D5B1-634F-66ED-396CCDBC97D2}"/>
              </a:ext>
            </a:extLst>
          </p:cNvPr>
          <p:cNvSpPr/>
          <p:nvPr/>
        </p:nvSpPr>
        <p:spPr>
          <a:xfrm flipH="1">
            <a:off x="9496494" y="3291986"/>
            <a:ext cx="1058895" cy="665404"/>
          </a:xfrm>
          <a:prstGeom prst="flowChartOnlineStorag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600" dirty="0">
                <a:latin typeface="Comic Sans MS" panose="030F0702030302020204" pitchFamily="66" charset="0"/>
              </a:rPr>
              <a:t>4</a:t>
            </a:r>
          </a:p>
        </p:txBody>
      </p:sp>
      <p:cxnSp>
        <p:nvCxnSpPr>
          <p:cNvPr id="1034" name="Conector recto 1033">
            <a:extLst>
              <a:ext uri="{FF2B5EF4-FFF2-40B4-BE49-F238E27FC236}">
                <a16:creationId xmlns:a16="http://schemas.microsoft.com/office/drawing/2014/main" id="{584DE236-56B0-9629-0AC4-49E9E977BE0F}"/>
              </a:ext>
            </a:extLst>
          </p:cNvPr>
          <p:cNvCxnSpPr/>
          <p:nvPr/>
        </p:nvCxnSpPr>
        <p:spPr>
          <a:xfrm>
            <a:off x="9959250" y="2862009"/>
            <a:ext cx="0" cy="431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Elipse 1034">
            <a:extLst>
              <a:ext uri="{FF2B5EF4-FFF2-40B4-BE49-F238E27FC236}">
                <a16:creationId xmlns:a16="http://schemas.microsoft.com/office/drawing/2014/main" id="{D0726C65-25E4-BECF-EB56-3C4ECFE7858B}"/>
              </a:ext>
            </a:extLst>
          </p:cNvPr>
          <p:cNvSpPr/>
          <p:nvPr/>
        </p:nvSpPr>
        <p:spPr>
          <a:xfrm>
            <a:off x="9907854" y="2871731"/>
            <a:ext cx="108000" cy="108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36" name="CuadroTexto 1035">
            <a:extLst>
              <a:ext uri="{FF2B5EF4-FFF2-40B4-BE49-F238E27FC236}">
                <a16:creationId xmlns:a16="http://schemas.microsoft.com/office/drawing/2014/main" id="{E8B3052B-87A4-3D01-F061-43B0906C5E90}"/>
              </a:ext>
            </a:extLst>
          </p:cNvPr>
          <p:cNvSpPr txBox="1"/>
          <p:nvPr/>
        </p:nvSpPr>
        <p:spPr>
          <a:xfrm>
            <a:off x="9167195" y="2264841"/>
            <a:ext cx="15841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2"/>
                </a:solidFill>
                <a:latin typeface="Lucida Bright" panose="02040602050505020304" pitchFamily="18" charset="0"/>
              </a:rPr>
              <a:t>Cuarto paso</a:t>
            </a: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br>
              <a:rPr lang="es-CL" sz="1100" dirty="0">
                <a:solidFill>
                  <a:srgbClr val="00B050"/>
                </a:solidFill>
                <a:latin typeface="Lucida Bright" panose="02040602050505020304" pitchFamily="18" charset="0"/>
              </a:rPr>
            </a:br>
            <a:r>
              <a:rPr lang="es-CL" sz="1100" dirty="0">
                <a:latin typeface="Comic Sans MS" panose="030F0702030302020204" pitchFamily="66" charset="0"/>
              </a:rPr>
              <a:t>-poner azúcar</a:t>
            </a:r>
            <a:br>
              <a:rPr lang="es-CL" sz="1100" dirty="0">
                <a:latin typeface="Comic Sans MS" panose="030F0702030302020204" pitchFamily="66" charset="0"/>
              </a:rPr>
            </a:br>
            <a:endParaRPr lang="es-CL" sz="1100" dirty="0">
              <a:solidFill>
                <a:srgbClr val="00B050"/>
              </a:solidFill>
              <a:latin typeface="Lucida Bright" panose="02040602050505020304" pitchFamily="18" charset="0"/>
            </a:endParaRPr>
          </a:p>
        </p:txBody>
      </p:sp>
      <p:sp>
        <p:nvSpPr>
          <p:cNvPr id="1042" name="Rectángulo: esquinas superiores redondeadas 1041">
            <a:extLst>
              <a:ext uri="{FF2B5EF4-FFF2-40B4-BE49-F238E27FC236}">
                <a16:creationId xmlns:a16="http://schemas.microsoft.com/office/drawing/2014/main" id="{4CB65021-53DD-E2FE-F814-E600DC85F7AE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1060" name="Rectángulo: esquinas superiores redondeadas 1059">
            <a:extLst>
              <a:ext uri="{FF2B5EF4-FFF2-40B4-BE49-F238E27FC236}">
                <a16:creationId xmlns:a16="http://schemas.microsoft.com/office/drawing/2014/main" id="{F0E03E87-82BF-0537-59B4-B43D7C4BDB2B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84EF9484-51C2-2DFD-1302-609E0BAAD52D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5265C889-EC40-6AC9-5251-277EAC850F26}"/>
              </a:ext>
            </a:extLst>
          </p:cNvPr>
          <p:cNvSpPr/>
          <p:nvPr/>
        </p:nvSpPr>
        <p:spPr>
          <a:xfrm rot="5400000">
            <a:off x="11255572" y="2268150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</p:spTree>
    <p:extLst>
      <p:ext uri="{BB962C8B-B14F-4D97-AF65-F5344CB8AC3E}">
        <p14:creationId xmlns:p14="http://schemas.microsoft.com/office/powerpoint/2010/main" val="34076359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D4F80FB-CFE8-C80B-0B8A-813C6200E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C9409F-9FD5-74BE-7957-F1AF31F79918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3855DDBF-3479-2751-53DC-8F4DA0414392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2105F17E-0529-F799-17D2-496CF2BB3F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797C74A1-52CB-2933-71D9-745E374F13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853E8E81-9534-DF0C-BDC5-F538A7E2531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3C1A85AC-86F0-008B-C8E1-2D475118FCF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76E35E18-4568-D556-BC7E-E097CF6D8CC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ADF63BC9-8CE2-963F-5929-CDF3297A2CB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7C93506A-D0B7-3496-33C4-6BFC261D6D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236F6B83-38B8-8F5F-C196-1E9B193D0C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6180E837-3E6F-E5F8-D5B3-F9E47580642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D135D3E-651B-BEE6-2C83-34689F2AF4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6BB061CB-945B-C39C-A0AE-29081696D5A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3EFCA903-0A47-7012-F2D7-7A441A71BF3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FF2526A8-6EB8-522F-1CC9-461E6C6C1E2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6FDD30A7-C82A-9230-7783-32FDA66072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E9D14658-A6DA-F4C0-B811-A8C0A6ECF8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57DDA932-CF0D-CD03-5C22-D82F53F294B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44CF587D-81C7-4CEE-A14F-AE54B028F0F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BB671EC1-A755-977F-58C9-94E37B885BE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28E1F271-AC53-3970-3CB4-E53FEB612DC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8341F74C-9105-6B7B-ACAC-6D99C7E571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7E4380A7-B8AE-7461-08EB-8295F6295D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B8E6C447-626D-6B06-66BC-3BD5726391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A4A77733-676B-37FC-527E-E49DC12DDE7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ADA87808-E547-90D2-C4ED-AC1178A677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6F160FD-B680-2520-6638-1A6FC5075569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D7AB462-05A6-3749-D00B-5DCD730BE1BE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2E4CBFAA-EC5E-9C70-3BE7-DB22D2F5748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CFD59F7-E328-407A-286C-142F7F61FB3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960D09C-20A7-1A9F-D1C6-2810860EE3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37B9454-BC11-84E4-73D0-BFE050570D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1D8E92F-260B-6580-0B28-048BD7303EE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6F5C4C8A-5D0F-2FA7-170C-B9B5958077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C784B354-BBC4-2F2D-0A9A-B478DAF6E17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4DCEA10A-064D-D6DB-DCB9-BFC8174759F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D52D8B37-7FBE-E73C-6182-A985010D0C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E946D442-880F-9D03-F2EF-56DA7ABA7C8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6A739E8-4D05-33AB-2D37-01B23BD305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AA1DFC3-B5C0-4172-4C8A-6D50E1C159D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19893C8C-F183-D770-1524-E3656591FD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2405A018-AB67-7954-A0F9-C47557746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DD6AF73F-4EEA-CFEF-05C4-9E1EB507D1B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89A1378-4D20-7586-1D8F-84DCE462CA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6174CB1E-03AF-77A8-A433-AD27DBE3640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BAF31208-3F8D-0CBA-B0A2-24F80D4EB93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33EE9C4F-82C6-4872-8C3E-8B762116A07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EF98473F-1A2D-83EF-850D-896E68EC9B1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DF067EDA-F7D0-C88A-2F1C-3BD468662F1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A32867C-A9DA-FFF0-6EB9-11B7277DCE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E7B0B3D-6305-7371-9504-2CAA388424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361E3A8-F7DA-49BF-6B33-410149B5394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AAA8DBB-D5F9-24C8-464E-47A7163DEFCA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87152090-33BD-9337-61C8-8B7DEA43B35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4A7A32A1-0E48-871A-6D55-34F97FEC3E2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8683717D-FF9E-E097-DE04-4F9E7184740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C9FE01B4-0225-BEDE-3F21-138D1AFEB19C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F93B6055-6D0F-D7A1-0E58-9D40D0AD38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FAF734B1-5E40-1E23-3D72-7292E0B7456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FC475B5E-DB32-F49B-9E86-499ADFFF2B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A3B7B66-5971-7BFD-B06C-6F1BD69E93C3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9F97553-86AB-062E-BDF5-1279C9D94B8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09FF58A3-577E-7D59-81DE-6936B2039DA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4C90CAA0-4D34-CCF7-8398-7500D2C849F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6D71E622-F97F-9F11-39A6-AEF205D71628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362E757D-B5C7-7FCA-6C10-929F33DF2BA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DDA7812C-106A-4464-F436-F448B272859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B0D57BEA-031F-F27E-7401-2D5BA4EFCE6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D790DA0-3B5B-E339-6479-B22178A7FAEC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063974E6-5080-FF2F-9E11-818D1D34DEB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62560D80-1CBC-86D5-40F0-7847D6037AA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EC06FAA7-7E1E-0ABA-40CD-9BF1A50D8F4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9482C60-2D09-BA57-E20D-DAFCA726E16A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3434B01-F33E-C5B8-6A1C-995BA1AC4C4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3B30FB8D-7E8F-4497-28CC-36D7C494C78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2EACB559-BA10-7D2C-F69E-B8905B29D89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A58913B6-19B9-C4F5-54C0-B0A5D4320336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41D15C0E-4129-F088-B874-E966CAA1E20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2EEA9B48-B64E-D3DC-6693-CA1D0898DA0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E03AFD24-A8CE-A4A0-888D-7898D4CF960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6A25FBE5-E495-DB77-D914-2178429CFB8F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C08F7081-D3A2-9B9C-414E-592F38E81CC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513162A3-AC17-7FCA-6140-FEAB0C0C97C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6C1E0392-C625-72D8-F62D-52AC3E1555A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70D0C96B-B002-091D-90AE-2FFC64690250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00C6DCF0-07B4-1AE4-930F-8A53E778DD9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6F27086E-AD41-3163-ED5C-F0932A777FB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49C28CAB-41E1-8480-0442-5E8D0BC5344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E3C71D4-1E03-AB73-3B25-617B8BF55E29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FADD8F37-A360-7D10-3A6D-23A186E2C3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5C7AB3CE-27E6-BB83-6866-767661077AF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01174B01-3A9E-1CB6-1541-1EE68E0A99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69518322-67A8-840F-DCE4-5355749605C8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9D30513A-0E1E-E6A0-E8A4-4DF885C0219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2F662A39-2320-F2BE-DE10-0033505B4D0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B186C8A1-4A6D-30DB-0883-A3A737172FB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440FB8F-8114-884C-87F7-8CA97A8FDE9A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0FAFB3D8-EC71-6499-5040-2F763A8FD56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CF1EBA2C-0595-0D8E-AFD2-BD0564DE16B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CDBC13C8-D4E9-41C4-3745-9B4D9806FA4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535F2502-B671-13C8-55C5-749ABEEEEDDD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0998EE99-2CD8-9DB4-4483-374D205B22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416467FD-272C-6671-6F2F-BC42686FCF6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965373FF-DF8A-19DB-58EA-5064BB36FF1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9F810C5-DF74-749C-9006-B8418483DF9A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C7E4B58C-B623-EA66-48DB-3E8516B8419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7CC62214-4FB2-7CDD-45A1-B9FDDEC6DA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B4C83008-F694-D36C-54FC-10F946C5AA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5FC06261-E9CA-260E-66AA-CC9EA9345682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708DD019-864A-B4BC-F442-3847AE61D9D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EE9D956E-C682-5D48-AE40-CA1B6C8D512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D2AEA712-2E1A-30CB-E8D4-C3D149D810A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612FAA77-4C3D-A228-7128-D3FA530306C3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63E525B0-2BD4-69E2-B5C2-17FFC291301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5FEBBAF3-294A-A268-6820-AE8722F426D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A31FFCF9-9B74-7D6A-3951-926C68B932F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A9028F1D-44CC-E889-B787-90A1549ECB01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A1E82402-BAAA-CD13-8F97-99ACBEBFFF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04295CB6-46AF-46D7-168B-040CB37C65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E1C415F4-B1E8-85A9-D3E1-53E5E3C3402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F2000FD5-0A3D-8ED0-8946-079427BD29C5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D25ED288-83DF-439D-DD5B-FDD60DD3F14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D2F51A9A-7F46-0BDD-0E85-0F544A51E62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6BC62CD8-0B6D-D5B8-9B97-279B9944E58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6534C58-5752-8196-B768-80F6BAC28375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A8E39852-E7C5-9113-43C3-94289F9F215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8F7AF269-F770-185E-EEC8-2B5AE513C76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CBD28A51-7E8F-C945-35F0-1AF5FB3B7C0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85B7C071-3C18-717B-B052-DE2EEB99C488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1BE6904E-B3BB-CB19-738A-E1B60D553FC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DE026AE5-F872-1BC4-2A01-86C24D235D9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42B85C31-2670-EC76-9B90-A484CB6EBE3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12064331-4766-92CB-F459-2CFDE03C4B42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A82C8BB5-069B-63E9-5647-8C58F68DF14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74348C3E-F7C4-30C9-095E-7BD0FD02DED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60A93B3E-4FFB-C676-5C88-E1E25EA3A1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D0A41288-A7A5-57D7-BB93-EC2765085827}"/>
              </a:ext>
            </a:extLst>
          </p:cNvPr>
          <p:cNvSpPr txBox="1"/>
          <p:nvPr/>
        </p:nvSpPr>
        <p:spPr>
          <a:xfrm>
            <a:off x="711200" y="837950"/>
            <a:ext cx="5348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¿Qué es un lenguaje de programación?</a:t>
            </a:r>
            <a:endParaRPr lang="es-CL" b="1" dirty="0">
              <a:latin typeface="Comic Sans MS" panose="030F0702030302020204" pitchFamily="66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CC8C0D7-C3DB-1494-46B0-BE752435B024}"/>
              </a:ext>
            </a:extLst>
          </p:cNvPr>
          <p:cNvSpPr txBox="1"/>
          <p:nvPr/>
        </p:nvSpPr>
        <p:spPr>
          <a:xfrm>
            <a:off x="799407" y="1564839"/>
            <a:ext cx="50088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Comic Sans MS" panose="030F0702030302020204" pitchFamily="66" charset="0"/>
              </a:rPr>
              <a:t>Al iniciar tu viaje en el mundo de la programación, puedes preguntarte: "¿Qué es exactamente un lenguaje de programación?"</a:t>
            </a:r>
          </a:p>
          <a:p>
            <a:endParaRPr lang="es-ES" sz="1600" dirty="0">
              <a:latin typeface="Comic Sans MS" panose="030F0702030302020204" pitchFamily="66" charset="0"/>
            </a:endParaRPr>
          </a:p>
          <a:p>
            <a:r>
              <a:rPr lang="es-ES" sz="1600" dirty="0">
                <a:latin typeface="Comic Sans MS" panose="030F0702030302020204" pitchFamily="66" charset="0"/>
              </a:rPr>
              <a:t>Las computadoras no entienden portugués, inglés ni ningún otro idioma humano. Operan a un nivel mucho más básico, manejando impulsos eléctricos que se representan mediante códigos binarios, compuestos solo por 0s y 1s. Para que podamos comunicarnos con estas máquinas, usamos un intermediario: el lenguaje de programación.</a:t>
            </a:r>
          </a:p>
          <a:p>
            <a:endParaRPr lang="es-ES" sz="1600" dirty="0">
              <a:latin typeface="Comic Sans MS" panose="030F0702030302020204" pitchFamily="66" charset="0"/>
            </a:endParaRPr>
          </a:p>
          <a:p>
            <a:r>
              <a:rPr lang="es-ES" sz="1600" dirty="0">
                <a:latin typeface="Comic Sans MS" panose="030F0702030302020204" pitchFamily="66" charset="0"/>
              </a:rPr>
              <a:t>Es un conjunto de palabras, símbolos y reglas que permite que escribas instrucciones que la computadora puede interpretar y ejecutar. Es como aprender un nuevo idioma, solo que, en lugar de conversar con personas, le estás diciendo a la máquina lo que debe hacer.</a:t>
            </a:r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D08318B0-1229-57C9-631E-3EF32CEAE653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2862ECDF-A626-36E2-FA84-133059FE8CA3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latin typeface="Britannic Bold" panose="020B0903060703020204" pitchFamily="34" charset="0"/>
              </a:rPr>
              <a:t>Partte</a:t>
            </a:r>
            <a:r>
              <a:rPr lang="es-CL" dirty="0">
                <a:latin typeface="Britannic Bold" panose="020B0903060703020204" pitchFamily="34" charset="0"/>
              </a:rPr>
              <a:t>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F4706264-8DAA-07B1-586A-5A49A2E5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853" y="5724439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FA2F019F-3C0B-10F4-D64F-37282F08A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10596755" y="614231"/>
            <a:ext cx="1296136" cy="125059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E5AF3CB-6635-503A-21B8-F87EB51F8741}"/>
              </a:ext>
            </a:extLst>
          </p:cNvPr>
          <p:cNvSpPr txBox="1"/>
          <p:nvPr/>
        </p:nvSpPr>
        <p:spPr>
          <a:xfrm>
            <a:off x="6707941" y="1493681"/>
            <a:ext cx="4965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dirty="0">
                <a:latin typeface="Comic Sans MS" panose="030F0702030302020204" pitchFamily="66" charset="0"/>
              </a:rPr>
              <a:t>Visual Studio CODE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21CBD7E-010E-2423-E2DE-1F76E68EE21C}"/>
              </a:ext>
            </a:extLst>
          </p:cNvPr>
          <p:cNvSpPr txBox="1"/>
          <p:nvPr/>
        </p:nvSpPr>
        <p:spPr>
          <a:xfrm>
            <a:off x="6680608" y="870633"/>
            <a:ext cx="3904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¿Qué herramienta usaremos para codificar?</a:t>
            </a:r>
          </a:p>
        </p:txBody>
      </p:sp>
      <p:sp>
        <p:nvSpPr>
          <p:cNvPr id="11" name="Rectángulo: esquinas superiores redondeadas 10">
            <a:extLst>
              <a:ext uri="{FF2B5EF4-FFF2-40B4-BE49-F238E27FC236}">
                <a16:creationId xmlns:a16="http://schemas.microsoft.com/office/drawing/2014/main" id="{7BE844A1-22B0-CD5B-1C55-4747205F5760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15" name="Rectángulo: esquinas superiores redondeadas 14">
            <a:extLst>
              <a:ext uri="{FF2B5EF4-FFF2-40B4-BE49-F238E27FC236}">
                <a16:creationId xmlns:a16="http://schemas.microsoft.com/office/drawing/2014/main" id="{0EB3CD42-713A-B18E-3D1F-C9B1C52AFEC1}"/>
              </a:ext>
            </a:extLst>
          </p:cNvPr>
          <p:cNvSpPr/>
          <p:nvPr/>
        </p:nvSpPr>
        <p:spPr>
          <a:xfrm rot="5400000">
            <a:off x="11255572" y="2268150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4891EDA-B885-1A08-1272-2D7B0BBE8AB9}"/>
              </a:ext>
            </a:extLst>
          </p:cNvPr>
          <p:cNvSpPr txBox="1"/>
          <p:nvPr/>
        </p:nvSpPr>
        <p:spPr>
          <a:xfrm>
            <a:off x="6711619" y="2628007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Primer hola mundo en js</a:t>
            </a:r>
            <a:endParaRPr lang="es-CL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36B3381-552A-85A6-56F9-756F5468DF4F}"/>
              </a:ext>
            </a:extLst>
          </p:cNvPr>
          <p:cNvSpPr txBox="1"/>
          <p:nvPr/>
        </p:nvSpPr>
        <p:spPr>
          <a:xfrm>
            <a:off x="6711619" y="3059668"/>
            <a:ext cx="463467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latin typeface="Comic Sans MS" panose="030F0702030302020204" pitchFamily="66" charset="0"/>
              </a:rPr>
              <a:t>Alert(“hola mundo”);</a:t>
            </a:r>
            <a:br>
              <a:rPr lang="es-CL" dirty="0">
                <a:latin typeface="Comic Sans MS" panose="030F0702030302020204" pitchFamily="66" charset="0"/>
              </a:rPr>
            </a:br>
            <a:br>
              <a:rPr lang="es-CL" dirty="0">
                <a:latin typeface="Comic Sans MS" panose="030F0702030302020204" pitchFamily="66" charset="0"/>
              </a:rPr>
            </a:br>
            <a:br>
              <a:rPr lang="es-CL" dirty="0">
                <a:latin typeface="Comic Sans MS" panose="030F0702030302020204" pitchFamily="66" charset="0"/>
              </a:rPr>
            </a:br>
            <a:r>
              <a:rPr lang="es-CL" sz="1600" dirty="0">
                <a:latin typeface="Comic Sans MS" panose="030F0702030302020204" pitchFamily="66" charset="0"/>
              </a:rPr>
              <a:t>una variable es un espacio de memoria en la computadora :3</a:t>
            </a:r>
            <a:br>
              <a:rPr lang="es-CL" sz="1600" dirty="0">
                <a:latin typeface="Comic Sans MS" panose="030F0702030302020204" pitchFamily="66" charset="0"/>
              </a:rPr>
            </a:br>
            <a:br>
              <a:rPr lang="es-CL" sz="1600" dirty="0">
                <a:latin typeface="Comic Sans MS" panose="030F0702030302020204" pitchFamily="66" charset="0"/>
              </a:rPr>
            </a:b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>
                <a:latin typeface="Comic Sans MS" panose="030F0702030302020204" pitchFamily="66" charset="0"/>
              </a:rPr>
              <a:t>ejemplo :  let nombre= (“nacho”);</a:t>
            </a:r>
            <a:br>
              <a:rPr lang="es-CL" sz="1600" dirty="0">
                <a:latin typeface="Comic Sans MS" panose="030F0702030302020204" pitchFamily="66" charset="0"/>
              </a:rPr>
            </a:br>
            <a:br>
              <a:rPr lang="es-CL" sz="1600" dirty="0">
                <a:latin typeface="Comic Sans MS" panose="030F0702030302020204" pitchFamily="66" charset="0"/>
              </a:rPr>
            </a:b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>
                <a:latin typeface="Comic Sans MS" panose="030F0702030302020204" pitchFamily="66" charset="0"/>
              </a:rPr>
              <a:t>lo demás no tomare apuntes porque se explica </a:t>
            </a:r>
            <a:r>
              <a:rPr lang="es-CL" sz="1600" dirty="0" err="1">
                <a:latin typeface="Comic Sans MS" panose="030F0702030302020204" pitchFamily="66" charset="0"/>
              </a:rPr>
              <a:t>bn</a:t>
            </a:r>
            <a:r>
              <a:rPr lang="es-CL" sz="1600" dirty="0">
                <a:latin typeface="Comic Sans MS" panose="030F0702030302020204" pitchFamily="66" charset="0"/>
              </a:rPr>
              <a:t> </a:t>
            </a:r>
          </a:p>
        </p:txBody>
      </p:sp>
      <p:pic>
        <p:nvPicPr>
          <p:cNvPr id="25" name="Imagen 24" descr="Imagen que contiene clip, estacionaria, luz, broche&#10;&#10;Descripción generada automáticamente">
            <a:extLst>
              <a:ext uri="{FF2B5EF4-FFF2-40B4-BE49-F238E27FC236}">
                <a16:creationId xmlns:a16="http://schemas.microsoft.com/office/drawing/2014/main" id="{B5A4B711-8071-E727-D79B-00C08FA07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6391">
            <a:off x="4848106" y="3572444"/>
            <a:ext cx="1163497" cy="1163497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7E50E151-E849-DE4F-2DB5-2603C1C04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574" y="1556010"/>
            <a:ext cx="724001" cy="924054"/>
          </a:xfrm>
          <a:prstGeom prst="rect">
            <a:avLst/>
          </a:prstGeom>
        </p:spPr>
      </p:pic>
      <p:pic>
        <p:nvPicPr>
          <p:cNvPr id="28" name="Imagen 27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F2A4D25B-8CDF-57B7-23DB-300A4C67209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637" y="1669210"/>
            <a:ext cx="1099849" cy="109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86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C7064-2879-3C58-4E22-7C70BABD2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851B5CF-1FDA-B909-F450-496E201995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8412B9-596A-8ABB-9BB6-5968D7AC732D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F9FF42F0-3180-CA59-1A54-7ED92347E65F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F4014727-1D54-6B28-2380-946294DBD6D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9D23F67D-7C0E-B5D2-895C-57574FAD2BA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1E5522F7-1218-8872-F045-8C80FC4756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EF0BF0FC-8417-9F0D-9D7D-6A712D32EE3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0628E285-D370-EB86-657D-F070EE1D986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3EEE34A8-C06A-1152-D6A8-6F187C0A1DD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9DF52221-E653-954E-CB0F-6190B6D323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D8AC9D0C-E4C4-C944-E8DE-3279B3F120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BF433FB2-3020-1F23-7A76-845F1F9586E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7FD6C99F-DC63-AB93-C488-7B142498A63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C2580BC6-8582-314B-99AE-0BB03D8E9B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CD7F8E2C-2EBD-FC45-5403-DDCF85A658A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EA6C3281-9C0F-ED2B-83A3-B5857D03432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63972EA8-95C4-C200-2696-A37C72E5049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50996996-8374-FDED-22BA-406F5071E5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B827C4E5-75B3-C3D4-3E90-42BFE8695B4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458BABD8-FB20-2F43-9E62-A24206D82D1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2C9B0C21-226D-22DE-A96E-62F69BF21E5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A7ACAC27-3015-5C39-D45D-470C0F4708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67441D9B-9FBB-AFF4-8F1C-89D0F4CAB27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B357FE38-8F60-A134-D536-9B1A9A29FD9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2B471D2C-8E39-8BDF-D88B-12B52DA5C8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582B92A7-7250-C2E8-55C4-A3CAD4EB41A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BC6577EA-835E-5474-9193-5CB66E54964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228F3E9-1811-F99E-B577-9F34B9D0BE1C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8599E645-9885-60D2-7FBE-A99FACB5C68E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8323472A-75FF-C161-7BB8-F83F5FF4CBF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713E7EB3-A55B-6B01-F628-B2E86B4F808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BC3B2F2F-9AC4-FD1E-43B9-86E9FFA878A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4F3B42A3-7917-B859-4ACD-EAD12FF17EC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B62B647D-68DA-2C96-BA61-263E1BD68C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69FDDC6C-8158-9755-A61C-97B355566A8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E4AF2E13-1C41-D44C-E1CA-47A090E793F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8D812BB-8181-6AFE-B455-548E710B797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6CEF214E-34F9-2B11-3614-088DCF4D0E8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9B35AEC-88F0-4732-E534-2BAB41CC28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751A9CEC-ED6D-B825-A6A2-D54AD5DDEC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4E2CF7A-9F48-6C3C-88BE-3B4F534D49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2E01EEBF-AB7B-AFF1-38A4-B908E8E28A1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22B7E571-9891-BAA3-6ECB-8280C865CE1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363584B8-6BD8-C896-6A09-77F05654E2C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8A6058AD-8105-12AC-984B-C54298ED22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258C50C5-0D17-8DA2-79A5-E074B75BEB9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7D32226A-DD6F-E2F1-4D49-EB1FD410D8F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BFDD16D9-49A8-9331-6A13-642F309CC71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67A7877B-ADB0-0FBB-2E20-77CA09E6E9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7AFE3390-93F6-F5ED-59A6-3511E81B84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16AC568E-6390-C4BF-8F75-AC07D6823A6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D44ECEE4-3D30-774F-6C8E-CEE234725B9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A97F43D4-DC3B-7068-38FB-62566696153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30177609-9689-FCB7-39EA-335E93458DA7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2A7203E5-60B8-64E6-50AD-1768E3CFD63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48E61C26-4806-0836-5F75-1A624562FD1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CD8CDEE3-81B3-1366-ABA3-6CD64570E88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EE384FD2-52E8-8E2F-B305-423DCE0502C5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84E261D0-A2AC-AD94-C2CB-FD53DA30749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7FB6EEFF-0A45-313E-12F7-49DC8AB5297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718DCD6B-1ED1-5664-2E19-361C8CC959A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E78342C8-0F45-7C7F-0491-50B9D941D0A9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852F0045-F392-671D-0A5D-CB261C58FE4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EF2E5FC5-D056-1D88-FBAA-626978321FC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44D0779D-B0C9-8E7A-14FD-CE31F8104A1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F93BA336-D44D-80C3-D81D-80F9766D9F7C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5A218592-58D4-5A0B-E07D-D82C2050858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F615F39E-478B-DA4D-39ED-332697E048C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A150D1FC-9886-C399-8BF0-8A4AF8CA9BE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24F5E5DF-1A47-365B-AA9C-A0AF642F6166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B72955D2-F8E8-ABD7-D662-6C422875405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5968E4DD-6756-1B9C-52B5-6DBD8E7E4C3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86620930-3B91-4ACE-685F-A8E1560DB87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572DA5E8-FA1D-F077-FDB0-AE339E0F6207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8FD4CA79-09FC-7ABA-AAD2-9CDC7AD8CFF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4BE729AF-EF46-7996-D086-54668C830DD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CE5EDAE9-2C00-8D8F-EDDD-A0F6927FB3B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BB620896-4293-09DF-11E1-A8F297AF133B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F2CBEB40-5363-643E-3827-BDF3DF241A4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59514C3E-BA81-5593-4EB1-D28D93A6F37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3879E577-E773-EF4E-7340-DE5C2161F07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D1B285A7-10A5-B8C6-4451-5611E7EBFCF2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D7002E43-9060-2481-8AB8-85119D306DA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DDF70AF6-A643-4F78-12F9-68784CB061E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2DF0ED29-2171-0B92-68C6-F72F132490E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5F6AC865-0F02-7F1F-DD84-391C64722694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19493437-5019-5C57-80D9-FE531070833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40E7B340-9ECB-9817-4AFA-28775E03566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E6765535-748C-1B57-E862-766B0B7C7E2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D7399B0-B396-197C-B338-494F66A31BC0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0837B8AB-0CEE-93D4-C538-A5095547796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978B9733-3399-ADBF-C656-250FC7CD6FE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2D887DE2-19A2-3EAB-47CB-3033508C4E2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AA11A785-DB0A-D537-7AF8-149882F8F684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A67548D2-AE0F-5501-4D38-74008770E0D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41F6ED24-D3F0-7721-5A8F-9D4EB20F1BA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5CEDD3FC-3D9B-F425-67B7-61CA101DE8A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CB2E221-1C37-FCB6-959D-CEBA9DFF584C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D899AF05-63A2-6DEB-F571-F20B96BED9A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29F33628-B5C9-643A-4BB6-56B4CDFB097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0A431347-F641-A217-11BE-6E673F33294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9CE1E6DE-1BD7-E995-88D1-0D724591024C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D0C90D15-48B9-5A71-1C51-B5EAC3D723C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98664D15-30D1-63F9-FD05-88D76A5C7AB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B445FF11-6EB0-4446-958C-F3C9E4A924C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FC350BF-AF67-C5F3-FCFC-4FC2E94E6E92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4828EC4A-7FBD-1856-6C27-18D5B5EF6EF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423A43E0-942B-35AB-3FD5-486B68EF0AB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FCBF9B29-CDD2-ED28-59F7-49017115214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29B9D404-0B9A-EC76-FE10-DFD417AD2AC5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B599895E-8EB8-85E7-9A53-685D252D98E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195DF896-4FE8-FC79-5529-3AADACA56EF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F7F1AB1D-36BE-73BB-4898-CF054C8090A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1E92B208-E3D2-7F3B-7772-38C37264E2D9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C6DE8779-35FB-D7DE-B1A7-A1AACC8FF02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5D4A4B08-8A36-A475-52D4-BB79DF66E80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449F2390-7A50-6B42-A03F-8DA9EA2D51E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4D25F605-DE92-9FFF-4040-BF0886A3E4F9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2761D2E2-FDB7-1761-85FF-77CCEC2DB96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BD3D3379-6F95-DBB1-7D78-A92359A0A1C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EE9C6249-BD7F-7B09-7B6F-4A01A79E555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5E5AFF28-9BA6-4CB6-42D1-8090C59A4FBD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37D1DCCF-1FEC-3893-39BC-5A5C7B76146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291E1DF0-0BB9-B4BF-1937-F507E0525DA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F40A589B-8C2A-5BB4-BCA7-A19C4ACDF14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564E332B-029A-C904-27E8-41B3575E2813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065ECAF1-F5B2-82AC-B82B-5C456D00511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3D6B3910-A48E-6BFE-6F81-0F7200B54B5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A2224298-167C-C69F-5229-B0A8DEFE36F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4EA401CD-2592-3ADA-E6F9-3BF07D1A23F7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4A73BED6-5E94-988C-FAAC-FC81EFAF91C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3B95C2BB-895D-FD3B-1E33-0D4EDE23BFE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AB8CF50E-5906-0196-5652-080E9F3A1DA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7A9F69E3-66CD-7185-4199-26B7DBBB4601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65DD94B1-F687-1892-ACFC-B90B43536D2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3CD0AE11-99D8-BAFB-A681-62108E56500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2429FD9F-A827-8423-DD97-FA23CC97F4C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46BAB55E-0430-8754-1FA9-650053626B60}"/>
              </a:ext>
            </a:extLst>
          </p:cNvPr>
          <p:cNvSpPr txBox="1"/>
          <p:nvPr/>
        </p:nvSpPr>
        <p:spPr>
          <a:xfrm>
            <a:off x="6705997" y="859205"/>
            <a:ext cx="53487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Comic Sans MS" panose="030F0702030302020204" pitchFamily="66" charset="0"/>
              </a:rPr>
              <a:t>Algunos ejemplos</a:t>
            </a:r>
            <a:endParaRPr lang="es-CL" b="1" dirty="0">
              <a:latin typeface="Comic Sans MS" panose="030F0702030302020204" pitchFamily="66" charset="0"/>
            </a:endParaRPr>
          </a:p>
        </p:txBody>
      </p: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F424ADB0-AFCD-0148-214F-58C80B315098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B757D305-B3C7-6376-AEC5-362AEF421EA5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latin typeface="Britannic Bold" panose="020B0903060703020204" pitchFamily="34" charset="0"/>
              </a:rPr>
              <a:t>Partte</a:t>
            </a:r>
            <a:r>
              <a:rPr lang="es-CL" dirty="0">
                <a:latin typeface="Britannic Bold" panose="020B0903060703020204" pitchFamily="34" charset="0"/>
              </a:rPr>
              <a:t>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3DB0F960-31DE-3710-783A-FAAD9E43F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853" y="5724439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811894E2-50CD-08B5-459A-C03F6ACD7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10596755" y="614231"/>
            <a:ext cx="1296136" cy="125059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14EAB5A-E31E-E570-DC96-A0A5162161E9}"/>
              </a:ext>
            </a:extLst>
          </p:cNvPr>
          <p:cNvSpPr txBox="1"/>
          <p:nvPr/>
        </p:nvSpPr>
        <p:spPr>
          <a:xfrm>
            <a:off x="862567" y="870197"/>
            <a:ext cx="4994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Cuando usar = y cuando usar == en VSC</a:t>
            </a:r>
          </a:p>
        </p:txBody>
      </p:sp>
      <p:sp>
        <p:nvSpPr>
          <p:cNvPr id="11" name="Rectángulo: esquinas superiores redondeadas 10">
            <a:extLst>
              <a:ext uri="{FF2B5EF4-FFF2-40B4-BE49-F238E27FC236}">
                <a16:creationId xmlns:a16="http://schemas.microsoft.com/office/drawing/2014/main" id="{CB362962-2812-696E-943E-ABFFD361AE81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15" name="Rectángulo: esquinas superiores redondeadas 14">
            <a:extLst>
              <a:ext uri="{FF2B5EF4-FFF2-40B4-BE49-F238E27FC236}">
                <a16:creationId xmlns:a16="http://schemas.microsoft.com/office/drawing/2014/main" id="{D485791C-B56C-D6AB-D00E-662E3BC86CEE}"/>
              </a:ext>
            </a:extLst>
          </p:cNvPr>
          <p:cNvSpPr/>
          <p:nvPr/>
        </p:nvSpPr>
        <p:spPr>
          <a:xfrm rot="5400000">
            <a:off x="11255572" y="2268150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14D020-8DE5-BA17-7A7D-2B6405CBEABF}"/>
              </a:ext>
            </a:extLst>
          </p:cNvPr>
          <p:cNvSpPr txBox="1"/>
          <p:nvPr/>
        </p:nvSpPr>
        <p:spPr>
          <a:xfrm>
            <a:off x="822197" y="1484341"/>
            <a:ext cx="50353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Comic Sans MS" panose="030F0702030302020204" pitchFamily="66" charset="0"/>
              </a:rPr>
              <a:t>Al </a:t>
            </a:r>
            <a:r>
              <a:rPr lang="es-ES" dirty="0">
                <a:solidFill>
                  <a:srgbClr val="FF0000"/>
                </a:solidFill>
                <a:latin typeface="Comic Sans MS" panose="030F0702030302020204" pitchFamily="66" charset="0"/>
              </a:rPr>
              <a:t>DECLARAR</a:t>
            </a:r>
            <a:r>
              <a:rPr lang="es-ES" dirty="0">
                <a:latin typeface="Comic Sans MS" panose="030F0702030302020204" pitchFamily="66" charset="0"/>
              </a:rPr>
              <a:t> una variable se usa solo uno “=”</a:t>
            </a:r>
            <a:br>
              <a:rPr lang="es-ES" dirty="0">
                <a:latin typeface="Comic Sans MS" panose="030F0702030302020204" pitchFamily="66" charset="0"/>
              </a:rPr>
            </a:br>
            <a:r>
              <a:rPr lang="es-ES" dirty="0">
                <a:latin typeface="Comic Sans MS" panose="030F0702030302020204" pitchFamily="66" charset="0"/>
              </a:rPr>
              <a:t>ejemplo: let nombre = (“nacho”);</a:t>
            </a:r>
          </a:p>
          <a:p>
            <a:endParaRPr lang="es-ES" dirty="0">
              <a:latin typeface="Comic Sans MS" panose="030F0702030302020204" pitchFamily="66" charset="0"/>
            </a:endParaRPr>
          </a:p>
          <a:p>
            <a:br>
              <a:rPr lang="es-ES" dirty="0">
                <a:latin typeface="Comic Sans MS" panose="030F0702030302020204" pitchFamily="66" charset="0"/>
              </a:rPr>
            </a:br>
            <a:r>
              <a:rPr lang="es-ES" dirty="0">
                <a:latin typeface="Comic Sans MS" panose="030F0702030302020204" pitchFamily="66" charset="0"/>
              </a:rPr>
              <a:t>Al hacer una </a:t>
            </a:r>
            <a:r>
              <a:rPr lang="es-ES" dirty="0">
                <a:solidFill>
                  <a:srgbClr val="FF0000"/>
                </a:solidFill>
                <a:latin typeface="Comic Sans MS" panose="030F0702030302020204" pitchFamily="66" charset="0"/>
              </a:rPr>
              <a:t>COMPARACION</a:t>
            </a:r>
            <a:r>
              <a:rPr lang="es-ES" dirty="0">
                <a:latin typeface="Comic Sans MS" panose="030F0702030302020204" pitchFamily="66" charset="0"/>
              </a:rPr>
              <a:t> se debe usar doble signo  “==”  </a:t>
            </a:r>
            <a:br>
              <a:rPr lang="es-ES" dirty="0">
                <a:latin typeface="Comic Sans MS" panose="030F0702030302020204" pitchFamily="66" charset="0"/>
              </a:rPr>
            </a:br>
            <a:br>
              <a:rPr lang="es-ES" dirty="0">
                <a:latin typeface="Comic Sans MS" panose="030F0702030302020204" pitchFamily="66" charset="0"/>
              </a:rPr>
            </a:br>
            <a:r>
              <a:rPr lang="es-ES" dirty="0">
                <a:latin typeface="Comic Sans MS" panose="030F0702030302020204" pitchFamily="66" charset="0"/>
              </a:rPr>
              <a:t>ejemplo:</a:t>
            </a:r>
            <a:br>
              <a:rPr lang="es-ES" dirty="0">
                <a:latin typeface="Comic Sans MS" panose="030F0702030302020204" pitchFamily="66" charset="0"/>
              </a:rPr>
            </a:br>
            <a:br>
              <a:rPr lang="es-ES" dirty="0">
                <a:latin typeface="Comic Sans MS" panose="030F0702030302020204" pitchFamily="66" charset="0"/>
              </a:rPr>
            </a:br>
            <a:r>
              <a:rPr lang="es-CL" dirty="0" err="1"/>
              <a:t>if</a:t>
            </a:r>
            <a:r>
              <a:rPr lang="es-CL" dirty="0"/>
              <a:t> (</a:t>
            </a:r>
            <a:r>
              <a:rPr lang="es-CL" dirty="0" err="1"/>
              <a:t>numeroUsuario</a:t>
            </a:r>
            <a:r>
              <a:rPr lang="es-CL" dirty="0"/>
              <a:t> == </a:t>
            </a:r>
            <a:r>
              <a:rPr lang="es-CL" dirty="0" err="1"/>
              <a:t>numeroSecreto</a:t>
            </a:r>
            <a:r>
              <a:rPr lang="es-CL" dirty="0"/>
              <a:t>) </a:t>
            </a:r>
            <a:br>
              <a:rPr lang="es-CL" dirty="0"/>
            </a:br>
            <a:br>
              <a:rPr lang="es-CL" dirty="0"/>
            </a:br>
            <a:br>
              <a:rPr lang="es-CL" dirty="0"/>
            </a:br>
            <a:r>
              <a:rPr lang="es-CL" dirty="0"/>
              <a:t>una comparación se hace siempre en CONDICIONALES  [IF]   o en ciclos por ejemplo </a:t>
            </a:r>
            <a:br>
              <a:rPr lang="es-CL" dirty="0"/>
            </a:br>
            <a:r>
              <a:rPr lang="es-CL" dirty="0"/>
              <a:t>[WHILE]</a:t>
            </a:r>
          </a:p>
          <a:p>
            <a:endParaRPr lang="es-ES" sz="1800" dirty="0">
              <a:latin typeface="Comic Sans MS" panose="030F0702030302020204" pitchFamily="66" charset="0"/>
            </a:endParaRPr>
          </a:p>
        </p:txBody>
      </p:sp>
      <p:pic>
        <p:nvPicPr>
          <p:cNvPr id="12" name="Imagen 11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F284A0E1-6ECE-D051-4C5E-D725F0F79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737" y="2914934"/>
            <a:ext cx="1310072" cy="982554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4F3F495E-335E-7856-3ACA-3E4D4DB4571B}"/>
              </a:ext>
            </a:extLst>
          </p:cNvPr>
          <p:cNvSpPr txBox="1"/>
          <p:nvPr/>
        </p:nvSpPr>
        <p:spPr>
          <a:xfrm>
            <a:off x="6665270" y="1462607"/>
            <a:ext cx="51711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dirty="0">
                <a:latin typeface="Comic Sans MS" panose="030F0702030302020204" pitchFamily="66" charset="0"/>
              </a:rPr>
              <a:t>a &gt; b    --&gt; a mayor que b  </a:t>
            </a:r>
          </a:p>
          <a:p>
            <a:r>
              <a:rPr lang="es-CL" sz="1600" dirty="0">
                <a:latin typeface="Comic Sans MS" panose="030F0702030302020204" pitchFamily="66" charset="0"/>
              </a:rPr>
              <a:t>a &gt;= b   --&gt; a mayor igual que b  </a:t>
            </a:r>
          </a:p>
          <a:p>
            <a:r>
              <a:rPr lang="es-CL" sz="1600" dirty="0">
                <a:latin typeface="Comic Sans MS" panose="030F0702030302020204" pitchFamily="66" charset="0"/>
              </a:rPr>
              <a:t>a &lt;= b   --&gt; a menor igual que b  </a:t>
            </a:r>
          </a:p>
          <a:p>
            <a:r>
              <a:rPr lang="es-CL" sz="1600" dirty="0">
                <a:latin typeface="Comic Sans MS" panose="030F0702030302020204" pitchFamily="66" charset="0"/>
              </a:rPr>
              <a:t>a &lt; b    --&gt; a menor que b  </a:t>
            </a:r>
          </a:p>
          <a:p>
            <a:r>
              <a:rPr lang="es-CL" sz="1600" dirty="0">
                <a:latin typeface="Comic Sans MS" panose="030F0702030302020204" pitchFamily="66" charset="0"/>
              </a:rPr>
              <a:t>a == b   --&gt; a igual a b (compara valor, no tipo)  </a:t>
            </a:r>
          </a:p>
          <a:p>
            <a:r>
              <a:rPr lang="es-CL" sz="1600" dirty="0">
                <a:latin typeface="Comic Sans MS" panose="030F0702030302020204" pitchFamily="66" charset="0"/>
              </a:rPr>
              <a:t>a != b   --&gt; a distinto a b  </a:t>
            </a:r>
          </a:p>
          <a:p>
            <a:r>
              <a:rPr lang="es-CL" sz="1600" dirty="0">
                <a:latin typeface="Comic Sans MS" panose="030F0702030302020204" pitchFamily="66" charset="0"/>
              </a:rPr>
              <a:t>a === b  --&gt; a estrictamente igual a b (compara valor y tipo)  </a:t>
            </a:r>
          </a:p>
          <a:p>
            <a:r>
              <a:rPr lang="es-CL" sz="1600" dirty="0">
                <a:latin typeface="Comic Sans MS" panose="030F0702030302020204" pitchFamily="66" charset="0"/>
              </a:rPr>
              <a:t>a !== b  --&gt; a estrictamente distinto a b (compara valor y tipo)</a:t>
            </a:r>
          </a:p>
        </p:txBody>
      </p:sp>
      <p:pic>
        <p:nvPicPr>
          <p:cNvPr id="19" name="Imagen 18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C11150AE-C768-42D9-399E-467251111A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997" y="4890340"/>
            <a:ext cx="1364106" cy="1364106"/>
          </a:xfrm>
          <a:prstGeom prst="rect">
            <a:avLst/>
          </a:prstGeom>
        </p:spPr>
      </p:pic>
      <p:pic>
        <p:nvPicPr>
          <p:cNvPr id="20" name="Imagen 19" descr="Logotipo&#10;&#10;Descripción generada automáticamente">
            <a:extLst>
              <a:ext uri="{FF2B5EF4-FFF2-40B4-BE49-F238E27FC236}">
                <a16:creationId xmlns:a16="http://schemas.microsoft.com/office/drawing/2014/main" id="{88D3BE71-4E89-7936-1FBF-C84D08346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05820">
            <a:off x="9171515" y="3928349"/>
            <a:ext cx="1573508" cy="8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787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952D-7A59-0452-F73B-3578D56E2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8F9C1F6-0617-41E5-E82A-5933CFAD02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655CEA-7820-D322-CCE8-FA34EB51751F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80A7B675-4C0B-600A-2C0D-2874DBCE92BB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526E33DC-8363-3735-09EB-E072BCFBB8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544FEB98-01CC-FD20-31CA-3D9E2B274A7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0DFF54C0-E601-0E0C-4D2D-4715CEE5204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E8E3A239-E851-E013-8703-DA9DE2BA17A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434012C9-F7CD-5B18-8B02-7197C253884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3C8EEF26-9B87-2DFA-6FF9-3C9FE080283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E7A1A099-4EA3-DF04-B5E3-1821F7A0351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4DB33558-5835-E76A-F6EF-641A267ED75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FB0D9037-C26A-83F1-F3DE-8249510EEBF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7F7606B4-A372-FCD0-CD12-BC7ADA2CB2C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6BF1F086-1AF6-CC0B-051E-97217AD974B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D3A05354-A3D4-83B6-A6CC-4BEAAA84BB2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6F15E7E4-52B5-7EB5-B978-2ADDDABCDD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6EE44F57-595E-2079-2ACF-3E042136C83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2D1EBDDF-07B2-D4AF-C82D-A10BCB27493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59496C53-E575-0622-A785-EC39CFE3184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553A909D-9CB0-F8EB-7AA0-1F82DEFE5A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86F314CC-EB00-991F-C339-73209DBEA57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7FFB94E0-B3C4-1D8E-3AAF-5DA3749DE66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1E833A77-6079-0B5D-7AFF-77DD253BDB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FA323B98-A6E4-0F59-1BFB-F49520808A1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12ADE79A-B7E6-9BAE-CBE1-F2D41A49580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26AD5F48-3A26-347D-5FC5-A0123661AF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B3212B1D-945F-55B7-7FF9-4EC1FBE988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F4BD8CE-199E-159D-135B-08CA40F5CD19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0394558-F00C-BDD9-8B84-AC497DA97203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2BCB86BA-F3DB-3B04-1095-9357F63744A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8C36432-592E-D278-8616-40626131FCC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29120900-27AF-D4F1-A748-1530B83239E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29286BE-E0F7-D788-50F9-D4D31B6B808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E942FA34-A73F-CEBD-C885-CC8B2A755C7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0603F734-7E35-01EA-3F3D-CFD974837B3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0F73670-4ADE-C48A-A84B-112C12EAA16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FA8BAA31-DAA8-AF2F-0380-BD52258CD21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BF3C7D84-8CEE-42F9-F2DF-F576731DFA0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15467435-24F0-64A6-242C-FA868463B6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3C4B87AD-0046-C860-468F-F131A1AC5BA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81B4E418-F8DE-64FB-F02E-71068E2F6EC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880B6BC-483F-564A-3073-0960F039D3F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23846560-3D5B-7574-D3DF-28A26873FF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16DE3C84-30B3-0AEC-74E5-5CEBA0C7718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382EEC4E-3A52-FC4A-FE87-219208E659A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DEF27AD3-3761-A97E-F5CA-705125BAF7A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1ECE352D-6F47-E261-0A77-96FFC51EC82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63190DA6-AC7F-F50C-AE1D-D729D9F392B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C0667C0B-B589-5F15-3829-F40A392993E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C80237A2-A62B-9E4B-380A-8DE057AC96D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0451DE5D-B996-C99D-8D27-1155C73E6F2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0112E858-07D4-F23A-B0AC-E3ACB1C18D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DE30E7D9-D621-BE2C-FB91-C375AB9BEDE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832D5A9-9228-353E-25A3-18CB6D24AF13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DA95222D-68F0-4B87-DA69-78F61710F16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1D784DB7-6315-714A-1999-946DF7F231C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6F7B987F-4189-C84E-8C15-2BB989DD944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3D941F22-D16F-EFED-0E6B-011D493943BA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97940612-D222-2188-AC9A-3256EC06FA0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32FB39C7-19C2-DF1B-1A12-AF9B8691DF1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6B57F4BF-5FF3-E016-275A-75D433CB004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BCC4DA73-46CC-F8C2-F8DD-13B2E5540B60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3C87E7D2-DA54-69EA-F8A8-14B05231C0F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B7505732-9593-8E4E-1434-37897383480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4A3CE4CE-06DC-3039-B92E-3B2CD9EF756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5284557B-5A4B-61C2-C0BF-F04013465ADE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21E35C6D-DCD5-C09D-CBEB-4639EAFFD48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14757A36-9CA0-824B-CFB4-DD0C24E9B71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6DAF1FA4-AD1E-9B71-006C-11EBACCD850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B8E8DD05-029E-DFED-FD22-C026E2585FE6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F677DFEE-874C-D0AA-E573-5FD2C2787B5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3F2CD264-2E6D-6D8F-8672-C490DAD67F7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B450F490-E81B-14A3-1CF9-F3BE1D7245D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104872A8-9DA2-0D4D-4678-983C8A9F3F1D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8522ACB6-021E-9285-05EC-272688012CD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C685BFDF-3EFA-BECA-77CA-2EBD677665F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21264123-04F3-19B9-7439-9322E0183F5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3E07B0E7-F42F-0158-80B6-CA9968551517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5A2DD2B8-7263-21DA-D26E-E39BF506F31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B9D49FF7-56AD-B72A-980D-6B062ED537C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AACD5891-1673-339A-5190-7996587028E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CDF1FACD-910E-A904-0923-E94E360B732C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F1374098-E769-0718-8464-6529E9CAF3E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C88767B0-1160-ED73-1F13-4F76CE4817F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F2480953-0DE3-665A-F803-57304F14302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FEC5FDC2-0B9C-3031-B1A7-3A4D76E9E5B7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9716B478-EABC-62F4-C4B6-09DD9195CC2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4A463805-4ECC-EEF1-C48A-5E1DF81DC6B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45F6BE20-BEB9-C886-2DBB-7C08BEB0860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19FEDDD0-119B-324C-A532-C194901FAB52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EA8AC78B-A961-50FC-6993-8B7BFCB71C4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F7045BBC-2E47-1439-4766-FA1F4AF2498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BACDDE1C-56E8-1915-83D2-FD4C9D5BD3C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5BDF908D-D299-707D-8EF8-F8733054B388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6F19B580-820B-43E7-70A0-7A7C9F0FF3D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86C15C42-C2C1-DE0C-DC8C-0BB2C7B7B59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AD0D0913-58FA-C48E-6C72-4501209C1E7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F9AC1B6B-7835-74EA-B915-6450452BCA75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91169613-7444-CFB6-D4C7-C53BEED41C0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91215276-6EDC-B449-2020-55F36174D37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0B747253-D286-7B92-84D4-A820B3AE456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8AFBBB51-0708-D7B8-F5C0-6CCAF1756CA2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1C7BE9CD-CBB6-6758-1738-EC3432F9137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EB0F72C8-0035-65E1-2ED9-1F1B2ADF999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E2A37C7B-EC61-9A28-82B2-57751185630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785DF675-F23D-D6FC-2C66-1888E4B3E2C9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08AEA1BE-99F8-D17B-1940-00C3D47EECD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229B067A-9B9D-386F-1A02-ACBCAAFD891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FED9E166-64F7-0BE3-71BE-19818BEA884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5A30C410-BDFF-CE85-9097-5126C50A6987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A08F0290-7057-CC76-B5CF-BF514B123D2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C6E0D437-3C0F-5393-2E3D-36414D2284C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B5A60EA3-1171-30D1-AE3F-95DFFCCFC7D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CB65050A-97EE-2F80-9466-621A8C07F3E2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FE5792EA-84E8-2B56-F493-3E3716B171D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EF1C2A8A-1094-CA5C-210C-1DF6BD4BCD8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FEB6B4C3-BBF8-0CD4-B0A7-A5531228A7E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C8EBF01A-6091-83CC-501C-BFD89823A400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EAE181A0-2656-4873-C266-677B03DAFCF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A6C11AD3-A12F-117A-B994-0A7D405CBE5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066DAB0D-9D55-A0EB-DAB6-8884E73DAAD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3B5E81BE-AF18-3ACB-CC1B-3A5DEF83FA2F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D19EEE10-D3F9-39A3-F5D8-3913C4DF532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BB170A2E-91C0-0F5C-36F2-5383A46B8D8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DA5D61C0-EE4E-1FB9-263C-DFD56B2930C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C1AF6D95-635B-06D8-7B99-DE2709746AD7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20896273-94BA-DCEE-A56E-F3C4D94089C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C1091C5A-79E5-E096-C01A-17CFCF4116E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AE3B7949-640F-B946-2E9D-C9F742F656F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9019BF98-697C-79A6-FB41-D88EF99DB24E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130E23D1-A071-C369-C075-1DFD63A0AE0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8FCBE76D-3F0E-26D5-C891-97184DB75DA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6155468B-3EF9-1C3F-BA04-D6DFC2F8030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7AE2A771-3955-46BA-4641-E2612596E0CA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134D2A7F-DF0C-EFBC-8019-A911326625D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BF35A149-A453-1D7E-5A13-8CA03692518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3CFF12AC-4E60-A03D-04E6-33F333CFC9A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FD55FE6D-94B7-97D0-7FA9-0C74339D2265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4430E7FC-EE7D-58EC-3B0A-E116A74A7C66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latin typeface="Britannic Bold" panose="020B0903060703020204" pitchFamily="34" charset="0"/>
              </a:rPr>
              <a:t>Partte</a:t>
            </a:r>
            <a:r>
              <a:rPr lang="es-CL" dirty="0">
                <a:latin typeface="Britannic Bold" panose="020B0903060703020204" pitchFamily="34" charset="0"/>
              </a:rPr>
              <a:t>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F03EA5C1-3BA9-A845-E9D7-7CA861C877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06206">
            <a:off x="3964159" y="5151150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AD7132B8-1024-3519-2811-F77777B41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9593256" y="5099587"/>
            <a:ext cx="1296136" cy="125059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010CCA6-5609-0D2D-F710-8A1F061EB3DC}"/>
              </a:ext>
            </a:extLst>
          </p:cNvPr>
          <p:cNvSpPr txBox="1"/>
          <p:nvPr/>
        </p:nvSpPr>
        <p:spPr>
          <a:xfrm>
            <a:off x="862567" y="870197"/>
            <a:ext cx="4994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Clase de </a:t>
            </a:r>
            <a:r>
              <a:rPr lang="es-CL" b="1" dirty="0" err="1">
                <a:latin typeface="Comic Sans MS" panose="030F0702030302020204" pitchFamily="66" charset="0"/>
              </a:rPr>
              <a:t>Math.random</a:t>
            </a:r>
            <a:endParaRPr lang="es-CL" b="1" dirty="0">
              <a:latin typeface="Comic Sans MS" panose="030F0702030302020204" pitchFamily="66" charset="0"/>
            </a:endParaRPr>
          </a:p>
        </p:txBody>
      </p:sp>
      <p:sp>
        <p:nvSpPr>
          <p:cNvPr id="11" name="Rectángulo: esquinas superiores redondeadas 10">
            <a:extLst>
              <a:ext uri="{FF2B5EF4-FFF2-40B4-BE49-F238E27FC236}">
                <a16:creationId xmlns:a16="http://schemas.microsoft.com/office/drawing/2014/main" id="{DFB56A85-97AD-A813-E4B1-D430B49317D3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15" name="Rectángulo: esquinas superiores redondeadas 14">
            <a:extLst>
              <a:ext uri="{FF2B5EF4-FFF2-40B4-BE49-F238E27FC236}">
                <a16:creationId xmlns:a16="http://schemas.microsoft.com/office/drawing/2014/main" id="{A1C7A6C8-962E-C37C-6DFB-1789B6EE8F1D}"/>
              </a:ext>
            </a:extLst>
          </p:cNvPr>
          <p:cNvSpPr/>
          <p:nvPr/>
        </p:nvSpPr>
        <p:spPr>
          <a:xfrm rot="5400000">
            <a:off x="11255572" y="2268150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54C7345-496E-6075-F11A-F747E1DB3C56}"/>
              </a:ext>
            </a:extLst>
          </p:cNvPr>
          <p:cNvSpPr txBox="1"/>
          <p:nvPr/>
        </p:nvSpPr>
        <p:spPr>
          <a:xfrm>
            <a:off x="822197" y="1484341"/>
            <a:ext cx="5035362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Comic Sans MS" panose="030F0702030302020204" pitchFamily="66" charset="0"/>
              </a:rPr>
              <a:t>En esta clase, Christian y Leo explican cómo generar números aleatorios en JavaScript utilizando la función </a:t>
            </a:r>
            <a:r>
              <a:rPr lang="es-ES" sz="1600" dirty="0" err="1">
                <a:latin typeface="Comic Sans MS" panose="030F0702030302020204" pitchFamily="66" charset="0"/>
              </a:rPr>
              <a:t>Math.random</a:t>
            </a:r>
            <a:r>
              <a:rPr lang="es-ES" sz="1600" dirty="0">
                <a:latin typeface="Comic Sans MS" panose="030F0702030302020204" pitchFamily="66" charset="0"/>
              </a:rPr>
              <a:t>(). Aquí tienes un resumen de los puntos clave:</a:t>
            </a:r>
          </a:p>
          <a:p>
            <a:endParaRPr lang="es-ES" sz="1600" dirty="0">
              <a:latin typeface="Comic Sans MS" panose="030F0702030302020204" pitchFamily="66" charset="0"/>
            </a:endParaRPr>
          </a:p>
          <a:p>
            <a:r>
              <a:rPr lang="es-ES" sz="1600" dirty="0">
                <a:latin typeface="Comic Sans MS" panose="030F0702030302020204" pitchFamily="66" charset="0"/>
              </a:rPr>
              <a:t>Función </a:t>
            </a:r>
            <a:r>
              <a:rPr lang="es-ES" sz="1600" dirty="0" err="1">
                <a:latin typeface="Comic Sans MS" panose="030F0702030302020204" pitchFamily="66" charset="0"/>
              </a:rPr>
              <a:t>Math.random</a:t>
            </a:r>
            <a:r>
              <a:rPr lang="es-ES" sz="1600" dirty="0">
                <a:latin typeface="Comic Sans MS" panose="030F0702030302020204" pitchFamily="66" charset="0"/>
              </a:rPr>
              <a:t>():</a:t>
            </a:r>
          </a:p>
          <a:p>
            <a:r>
              <a:rPr lang="es-ES" sz="1600" dirty="0">
                <a:latin typeface="Comic Sans MS" panose="030F0702030302020204" pitchFamily="66" charset="0"/>
              </a:rPr>
              <a:t>Genera un número decimal pseudoaleatorio entre 0 (inclusive) y 1 (exclusivo).</a:t>
            </a:r>
          </a:p>
          <a:p>
            <a:r>
              <a:rPr lang="es-ES" sz="1600" dirty="0">
                <a:latin typeface="Comic Sans MS" panose="030F0702030302020204" pitchFamily="66" charset="0"/>
              </a:rPr>
              <a:t>Para usarla, primero debes consultar la documentación oficial de MDN.</a:t>
            </a:r>
          </a:p>
          <a:p>
            <a:r>
              <a:rPr lang="es-ES" sz="1600" dirty="0">
                <a:latin typeface="Comic Sans MS" panose="030F0702030302020204" pitchFamily="66" charset="0"/>
              </a:rPr>
              <a:t>Ajuste para el juego:</a:t>
            </a:r>
          </a:p>
          <a:p>
            <a:r>
              <a:rPr lang="es-ES" sz="1600" dirty="0">
                <a:latin typeface="Comic Sans MS" panose="030F0702030302020204" pitchFamily="66" charset="0"/>
              </a:rPr>
              <a:t>Como el juego requiere números entre 1 y 10, es necesario ajustar el resultado de </a:t>
            </a:r>
            <a:r>
              <a:rPr lang="es-ES" sz="1600" dirty="0" err="1">
                <a:latin typeface="Comic Sans MS" panose="030F0702030302020204" pitchFamily="66" charset="0"/>
              </a:rPr>
              <a:t>Math.random</a:t>
            </a:r>
            <a:r>
              <a:rPr lang="es-ES" sz="1600" dirty="0">
                <a:latin typeface="Comic Sans MS" panose="030F0702030302020204" pitchFamily="66" charset="0"/>
              </a:rPr>
              <a:t>().</a:t>
            </a:r>
          </a:p>
          <a:p>
            <a:endParaRPr lang="es-ES" sz="1800" dirty="0">
              <a:latin typeface="Comic Sans MS" panose="030F0702030302020204" pitchFamily="66" charset="0"/>
            </a:endParaRPr>
          </a:p>
        </p:txBody>
      </p:sp>
      <p:pic>
        <p:nvPicPr>
          <p:cNvPr id="12" name="Imagen 11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8C83DDF7-3C75-198A-C9DF-1A0CDADC59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987" y="2235224"/>
            <a:ext cx="1310072" cy="982554"/>
          </a:xfrm>
          <a:prstGeom prst="rect">
            <a:avLst/>
          </a:prstGeom>
        </p:spPr>
      </p:pic>
      <p:pic>
        <p:nvPicPr>
          <p:cNvPr id="14" name="Imagen 1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751FBA46-265B-33C6-4852-B2136E7F1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48" y="5152691"/>
            <a:ext cx="2021134" cy="1950121"/>
          </a:xfrm>
          <a:prstGeom prst="rect">
            <a:avLst/>
          </a:prstGeom>
        </p:spPr>
      </p:pic>
      <p:pic>
        <p:nvPicPr>
          <p:cNvPr id="18" name="Imagen 17" descr="Imagen que contiene instrumento, estacionaria, interior, libro&#10;&#10;El contenido generado por IA puede ser incorrecto.">
            <a:extLst>
              <a:ext uri="{FF2B5EF4-FFF2-40B4-BE49-F238E27FC236}">
                <a16:creationId xmlns:a16="http://schemas.microsoft.com/office/drawing/2014/main" id="{A4F39686-4F99-97FB-0FD6-07120980F9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831" y="5485495"/>
            <a:ext cx="3876674" cy="146208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AF594075-5A69-6FCD-5764-2C336F85C487}"/>
              </a:ext>
            </a:extLst>
          </p:cNvPr>
          <p:cNvSpPr txBox="1"/>
          <p:nvPr/>
        </p:nvSpPr>
        <p:spPr>
          <a:xfrm>
            <a:off x="6607686" y="836735"/>
            <a:ext cx="506236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Comic Sans MS" panose="030F0702030302020204" pitchFamily="66" charset="0"/>
              </a:rPr>
              <a:t>Se multiplica el resultado por 10 para obtener un rango de 0 a 9.999...</a:t>
            </a:r>
          </a:p>
          <a:p>
            <a:pPr algn="just"/>
            <a:r>
              <a:rPr lang="es-ES" sz="1600" dirty="0">
                <a:latin typeface="Comic Sans MS" panose="030F0702030302020204" pitchFamily="66" charset="0"/>
              </a:rPr>
              <a:t>Se utiliza </a:t>
            </a:r>
            <a:r>
              <a:rPr lang="es-ES" sz="1600" dirty="0" err="1">
                <a:latin typeface="Comic Sans MS" panose="030F0702030302020204" pitchFamily="66" charset="0"/>
              </a:rPr>
              <a:t>Math.floor</a:t>
            </a:r>
            <a:r>
              <a:rPr lang="es-ES" sz="1600" dirty="0">
                <a:latin typeface="Comic Sans MS" panose="030F0702030302020204" pitchFamily="66" charset="0"/>
              </a:rPr>
              <a:t>() para redondear hacia abajo y obtener un número entero entre 0 y 9.</a:t>
            </a:r>
          </a:p>
          <a:p>
            <a:pPr algn="just"/>
            <a:r>
              <a:rPr lang="es-ES" sz="1600" dirty="0">
                <a:latin typeface="Comic Sans MS" panose="030F0702030302020204" pitchFamily="66" charset="0"/>
              </a:rPr>
              <a:t>Se suma 1 al resultado final para obtener un número entre 1 y 10.</a:t>
            </a:r>
          </a:p>
          <a:p>
            <a:pPr algn="just"/>
            <a:r>
              <a:rPr lang="es-ES" sz="1600" dirty="0">
                <a:latin typeface="Comic Sans MS" panose="030F0702030302020204" pitchFamily="66" charset="0"/>
              </a:rPr>
              <a:t>Código final:</a:t>
            </a:r>
          </a:p>
          <a:p>
            <a:pPr algn="just"/>
            <a:r>
              <a:rPr lang="es-ES" sz="1600" dirty="0" err="1">
                <a:latin typeface="Comic Sans MS" panose="030F0702030302020204" pitchFamily="66" charset="0"/>
              </a:rPr>
              <a:t>javascript</a:t>
            </a:r>
            <a:endParaRPr lang="es-ES" sz="1600" dirty="0">
              <a:latin typeface="Comic Sans MS" panose="030F0702030302020204" pitchFamily="66" charset="0"/>
            </a:endParaRPr>
          </a:p>
          <a:p>
            <a:pPr algn="just"/>
            <a:r>
              <a:rPr lang="es-ES" sz="1600" dirty="0">
                <a:latin typeface="Comic Sans MS" panose="030F0702030302020204" pitchFamily="66" charset="0"/>
              </a:rPr>
              <a:t>Copiar código</a:t>
            </a:r>
          </a:p>
          <a:p>
            <a:pPr algn="just"/>
            <a:r>
              <a:rPr lang="es-ES" sz="1600" dirty="0" err="1">
                <a:latin typeface="Comic Sans MS" panose="030F0702030302020204" pitchFamily="66" charset="0"/>
              </a:rPr>
              <a:t>Math.floor</a:t>
            </a:r>
            <a:r>
              <a:rPr lang="es-ES" sz="1600" dirty="0">
                <a:latin typeface="Comic Sans MS" panose="030F0702030302020204" pitchFamily="66" charset="0"/>
              </a:rPr>
              <a:t>(</a:t>
            </a:r>
            <a:r>
              <a:rPr lang="es-ES" sz="1600" dirty="0" err="1">
                <a:latin typeface="Comic Sans MS" panose="030F0702030302020204" pitchFamily="66" charset="0"/>
              </a:rPr>
              <a:t>Math.random</a:t>
            </a:r>
            <a:r>
              <a:rPr lang="es-ES" sz="1600" dirty="0">
                <a:latin typeface="Comic Sans MS" panose="030F0702030302020204" pitchFamily="66" charset="0"/>
              </a:rPr>
              <a:t>() * 10) + 1;</a:t>
            </a:r>
          </a:p>
          <a:p>
            <a:pPr algn="just"/>
            <a:r>
              <a:rPr lang="es-ES" sz="1600" dirty="0">
                <a:latin typeface="Comic Sans MS" panose="030F0702030302020204" pitchFamily="66" charset="0"/>
              </a:rPr>
              <a:t>Anidamiento de funciones:</a:t>
            </a:r>
          </a:p>
          <a:p>
            <a:pPr algn="just"/>
            <a:r>
              <a:rPr lang="es-ES" sz="1600" dirty="0">
                <a:latin typeface="Comic Sans MS" panose="030F0702030302020204" pitchFamily="66" charset="0"/>
              </a:rPr>
              <a:t>La consola ejecuta las funciones anidadas de adentro hacia afuera.</a:t>
            </a:r>
          </a:p>
          <a:p>
            <a:pPr algn="just"/>
            <a:r>
              <a:rPr lang="es-ES" sz="1600" dirty="0">
                <a:latin typeface="Comic Sans MS" panose="030F0702030302020204" pitchFamily="66" charset="0"/>
              </a:rPr>
              <a:t>Primero se ejecuta </a:t>
            </a:r>
            <a:r>
              <a:rPr lang="es-ES" sz="1600" dirty="0" err="1">
                <a:latin typeface="Comic Sans MS" panose="030F0702030302020204" pitchFamily="66" charset="0"/>
              </a:rPr>
              <a:t>Math.random</a:t>
            </a:r>
            <a:r>
              <a:rPr lang="es-ES" sz="1600" dirty="0">
                <a:latin typeface="Comic Sans MS" panose="030F0702030302020204" pitchFamily="66" charset="0"/>
              </a:rPr>
              <a:t>(), luego se multiplica por 10, y finalmente se aplica </a:t>
            </a:r>
            <a:r>
              <a:rPr lang="es-ES" sz="1600" dirty="0" err="1">
                <a:latin typeface="Comic Sans MS" panose="030F0702030302020204" pitchFamily="66" charset="0"/>
              </a:rPr>
              <a:t>Math.floor</a:t>
            </a:r>
            <a:r>
              <a:rPr lang="es-ES" sz="1600" dirty="0">
                <a:latin typeface="Comic Sans MS" panose="030F0702030302020204" pitchFamily="66" charset="0"/>
              </a:rPr>
              <a:t>() y se suma 1.</a:t>
            </a:r>
            <a:endParaRPr lang="es-CL" sz="1600" dirty="0"/>
          </a:p>
        </p:txBody>
      </p:sp>
    </p:spTree>
    <p:extLst>
      <p:ext uri="{BB962C8B-B14F-4D97-AF65-F5344CB8AC3E}">
        <p14:creationId xmlns:p14="http://schemas.microsoft.com/office/powerpoint/2010/main" val="42172849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EC3A1-9ACC-FCE6-72F4-9166682A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BF8C8F-9A14-2397-E777-2933678DAB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0DCB36-DD2D-FF75-9D30-90892B564891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E8B63E4A-E30E-872D-84C9-A003AC2BBDB8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42DD04D0-92E9-6765-0A0F-53E0205079F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2B9C90CA-910A-683A-6DBB-B4258C54F7B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31356E8F-8613-D2B8-950A-F3B589D65E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2FDFF064-FA4B-59D3-FE8E-F27C5E24D64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18305C8A-B0E8-9082-524A-555349DB5D4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65EC5CE5-2D1F-0FF7-5D32-1A56C1556BC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E4AD0FAA-6CF0-7A5C-0634-A1BD667A1D9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53C90AA1-BC6C-2D53-DD66-EFF305B6F5E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BDA7A770-9F7D-DEA3-570D-BE1F1DBE297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3F8D0AC-0BCC-D42D-058C-E39BD58CDCA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FFECF029-F520-C388-FA38-B5C9D7E105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644CD77E-0F49-F414-6E8F-6CA0073F121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B3DB374A-9D89-C5EC-D513-E4661FD4B2E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C488AAEB-1538-E115-8825-EA8A375B950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15416984-2C29-E767-6B81-BB923C88A82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A00834AF-A77E-9286-E2B0-A280DB7149D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896A6C52-06AE-B30D-70DF-D33511EB6B8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37056018-5F74-C41C-8169-BF8946EAB8D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3C1DB736-E1FA-0AFB-098A-41963BFCA7F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8455AC9D-AA34-DB32-5070-72E562FBBBD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02542ACC-D197-A151-B9C2-65A265B5E20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6E15D172-A62C-0999-CC2E-3B2FF1EF7D7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E99B3B67-790D-1840-99C1-9DE7085B80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6378AEA6-64C5-087E-7E16-428E5C58126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3D5CFEAB-A943-9CE3-B9EA-04DE8BB7D5D4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05F8EF91-833C-7A7B-CFF1-E0F3482FAFD8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48D654DE-C12C-8866-0381-6CE88FE62A8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466EC1C-43EA-7FF5-27D4-2A606AF1D99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B24F77C0-11C2-4CD6-C433-F9D7C354742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536220E-9911-37B4-F4CE-C08AF69D936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E50C5A2C-A4B5-5BB0-97C5-8C53A2E0A15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7ED27BD7-828A-0ED7-2B5C-4FBC720B0B7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68989BF-171D-4065-0486-EBE1653539B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E35374F4-F212-CA93-FD07-ED66ECE85D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2B019427-F4CD-7CCC-59CD-C18C1F6D992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FC690525-44C1-CAE1-0BAF-F271A2E1A8A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2D603CA6-16CE-27AD-0AE0-B6AD07B1BCB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89C2718F-3E0B-9218-416A-8F8FFFB980E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B30A84F4-D9A0-93B2-F325-929905DB09D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83A8CFA2-153D-0DCD-BBC0-27F1B3B7D9B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17384B56-F7F5-A70C-A7A6-AFCF2AEF50F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832D9F1E-6B18-FDDC-8CF4-BA363FE5CF0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B170692D-EA60-8F5F-9C80-DC856AA790E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0F194FD1-CDEE-6D73-086D-D945926D434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A7E8CC6C-033E-7440-D2DB-C7DCB103988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522AF0F7-7C0A-2DEC-DF7C-1D5A97123F9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96FF9A63-5186-7A32-958D-9A69C9366EE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A5103804-4B76-EF71-5BFC-123BC983F86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C8277FC2-4FF5-A328-C9B4-AFC8790ABF3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DD816209-9B2D-C563-3B94-41F18E3E467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1123928A-57B9-0CA2-D42E-3A2A5E51A887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CA376F17-F624-BE46-FECE-2630FE1C173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07303A67-8CA2-104A-B691-16198CEE53D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CB0F4D77-9773-EF6B-80D0-46B5EE61496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F0C9DD1-2D65-617A-814D-BC4A33B52D99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23CB3412-A06E-DC42-140C-4D99FCFC3A0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46C57629-4BEE-331D-A3D2-6AA989BB9F4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96613C6A-261C-193B-3136-80F5A609B1B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30FDBB16-DFD4-E01E-3CDF-B716ECA97918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3517B69D-0967-1B7A-EBE4-3924D4666B6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DC5A31E9-7DD7-06EE-9357-7A0C992B4BC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9103E6E2-6D55-7EA6-9B6C-66383274411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97ABA26B-89AB-8058-9B78-21292FAE26C8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166ABD5C-30E0-44B8-418C-94EB6AED3AC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BD9DDD64-84C3-4E8E-8610-7ACA7B25979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C626718E-EB56-0533-9A01-603A01E596E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C59B1628-0A14-CA9F-B312-06BD1CFE7BBA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6624187A-415C-46EA-2B83-5C636893553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141080A8-ECF4-FEC4-89F5-B41E52F13F7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736F90CA-AA02-673C-5DD3-FACC5E046CC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CC448BA6-4C91-31D8-BA46-E31CA50B5AFD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C2866FE-301A-71B0-3067-29B9FEFA955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BCB64F15-0575-E8BD-87A4-C4F6DF68DE4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35F64C78-C4CE-A405-489D-CBB5AC24719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BA2FFA1-8A39-4C22-FEFF-09FF04DE11E2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28CE6808-F861-6AEF-D7DA-DC08C956069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559A5F36-64F1-97E8-4770-7DDDCE46EC4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37938EDE-B18E-FDC8-980F-07D98EEDC5D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5CA5194B-71BC-9DC9-B09C-06A31F4A7724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27DB9B9F-18B2-2CAD-6D68-3AE86A8900A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BAB0FE67-C912-D527-DBD8-B9FF60ED172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2542DACC-D70D-B85F-621D-89C1B5F5764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04E430C7-F96F-02BB-DE39-D32E72B3945F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6B4E8822-94AB-2925-9BAB-D398FE9C3FD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61E890F3-00FF-ABF2-2908-C2E0C9F994B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C5BCA887-122E-2844-1D02-4A53288D38E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833F2EE3-46E2-D799-9B4B-453C7C7648F1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DBA1C9A8-9028-2C92-4B42-575C4B824DC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3FC5DE6F-6A52-F2EC-5737-28442611845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3870D4B7-BE14-B434-4DF2-61AE1572E37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3DD73505-F2AB-D3A1-2013-9DDDAAB3E3A7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1CCC68A8-355A-7552-D144-45645151EDC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D59F6C20-FBF9-14B7-B401-93E8A5FBB8C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8DCBC8B2-46E8-4C33-A9F6-C8C1E810D03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5638D7F2-8B43-BEFA-3DB6-42AEBE1F71A2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010C3368-E4C1-8F59-26BE-BA657861F2E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9D9C7FAD-06E6-F67D-21C6-9162810C163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101DFE4D-49FF-31E6-4E9C-4E61FA8CE87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91614B97-A9F7-99F8-A280-00334FDA6E12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6AA7B15F-E53A-2993-90E0-F080ED8FECA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3C0CD71D-5AE5-6F0B-A6DB-1CBAEAC1046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525DFECE-22C7-978B-D991-DEB1FB44FA0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83134BD-227E-D316-1D46-07718B2E55A9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D8056490-2FCA-31A4-C374-BA2E0CC0627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641B99B5-8F7F-674A-0FB1-639BB42B43B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9C822302-BCD0-E964-B964-38BDF343F45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C93A4F40-F5A7-8CEB-84E0-FB553E28891E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FBDCDB4B-F90E-9D16-D40A-8E3C49B2D33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B6AD9D0A-3D2B-77B3-6E0D-5D66186E8F5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BB228B9C-8058-6E20-15F3-E9BE74FFCD9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4DFD61FA-7FDC-3AD3-A769-49CDD936B82C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EE1D6DB4-07AB-9824-056E-579C1EC114F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347851F0-4585-8960-186C-32C45FE8685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F844E12D-AECE-E86D-F5C2-5388783B11C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0BD25B11-9C52-DB5C-B214-BACB135D2E07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15A72E27-6A12-B633-08E2-AEA2C99BE03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5B9FF3D6-32AF-8976-8FC2-1FB6879CC1C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2604BB08-0802-C044-BFA8-E2AEA61177D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CA93694E-524A-0D9D-3F78-9B9AA80DF7E8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9CA8429B-7EF2-4F0E-E033-B398E521BCB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1512C38D-9F28-0263-F2F8-4444A800A4F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ECA6EB67-488E-48D4-8BF1-0AED756F807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9E729490-9BA4-62AB-997F-C3FC6548A448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775DFDD2-967A-F471-4613-193921847FD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243ACB3A-F9CC-BB34-A788-84F93C187E2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2626CAD9-A8EC-E8C9-AB77-9A263654952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801F9F3D-2E59-C502-C135-22C28D066BC4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559DAA98-ED8A-9D21-F62D-73305513807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A512B4BE-C702-E411-90A9-C57F222989F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32888951-79FD-BEBE-D002-0D8215E5A05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10235E4A-8307-E2EB-92A5-7E6773E2EC4D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C0264240-314E-A718-F355-3619ACBA646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42CB4B66-006A-95CE-06E3-9DB84279AB7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1B349C58-FF9D-5051-A7C5-BBAE9295EBB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2AE50BAF-E72F-9B0F-DE3D-03080A40EA89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94F6F05C-C631-476F-ACD2-154736DEFF79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>
                <a:latin typeface="Britannic Bold" panose="020B0903060703020204" pitchFamily="34" charset="0"/>
              </a:rPr>
              <a:t>Partte</a:t>
            </a:r>
            <a:r>
              <a:rPr lang="es-CL" dirty="0">
                <a:latin typeface="Britannic Bold" panose="020B0903060703020204" pitchFamily="34" charset="0"/>
              </a:rPr>
              <a:t>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002E947C-0F48-D576-6FCF-D22367404C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906206">
            <a:off x="4178171" y="5422532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A25B47F1-4F85-0CB5-E35B-49C40E386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10596755" y="614231"/>
            <a:ext cx="1296136" cy="125059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D90F4E58-480E-C8F1-D9BC-53C8D48E556F}"/>
              </a:ext>
            </a:extLst>
          </p:cNvPr>
          <p:cNvSpPr txBox="1"/>
          <p:nvPr/>
        </p:nvSpPr>
        <p:spPr>
          <a:xfrm>
            <a:off x="862567" y="870197"/>
            <a:ext cx="4994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Para saber más: ¿Necesito memorizar cada línea de código o comando?</a:t>
            </a:r>
          </a:p>
        </p:txBody>
      </p:sp>
      <p:sp>
        <p:nvSpPr>
          <p:cNvPr id="11" name="Rectángulo: esquinas superiores redondeadas 10">
            <a:extLst>
              <a:ext uri="{FF2B5EF4-FFF2-40B4-BE49-F238E27FC236}">
                <a16:creationId xmlns:a16="http://schemas.microsoft.com/office/drawing/2014/main" id="{0DCE4393-D838-963D-7073-E3A154A7A3FB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15" name="Rectángulo: esquinas superiores redondeadas 14">
            <a:extLst>
              <a:ext uri="{FF2B5EF4-FFF2-40B4-BE49-F238E27FC236}">
                <a16:creationId xmlns:a16="http://schemas.microsoft.com/office/drawing/2014/main" id="{BF0FC1AE-2223-4A3A-BBF7-7824A9C3FEC1}"/>
              </a:ext>
            </a:extLst>
          </p:cNvPr>
          <p:cNvSpPr/>
          <p:nvPr/>
        </p:nvSpPr>
        <p:spPr>
          <a:xfrm rot="5400000">
            <a:off x="11255572" y="2268150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pic>
        <p:nvPicPr>
          <p:cNvPr id="12" name="Imagen 11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B3573408-201C-8B4F-97B6-9109942672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96342">
            <a:off x="4675083" y="647264"/>
            <a:ext cx="1310072" cy="98255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196EC15-5FB2-D0B8-B709-D56A4B008A27}"/>
              </a:ext>
            </a:extLst>
          </p:cNvPr>
          <p:cNvSpPr txBox="1"/>
          <p:nvPr/>
        </p:nvSpPr>
        <p:spPr>
          <a:xfrm>
            <a:off x="683657" y="1741332"/>
            <a:ext cx="517390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Comic Sans MS" panose="030F0702030302020204" pitchFamily="66" charset="0"/>
              </a:rPr>
              <a:t>En lugar de preocuparte por memorizar cada detalle, concéntrate en desarrollar habilidades de resolución de problemas, comprender los principios de diseño de software y aprender a investigar de manera eficiente en la documentación. La capacidad de leer e interpretar la documentación es una habilidad valiosa, ya que te permite aprender nuevos lenguajes y tecnologías de manera efectiva, adaptándote rápidamente a los cambios en el panorama de desarrollo. Por lo tanto, en tu viaje como desarrollador, recuerda que la habilidad de comprender y usar la documentación es tan importante como saber escribir código.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pic>
        <p:nvPicPr>
          <p:cNvPr id="14" name="Imagen 1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EC6BD77C-7D0E-DA0F-4EBF-E998A7C52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742" y="4852972"/>
            <a:ext cx="2021134" cy="1950121"/>
          </a:xfrm>
          <a:prstGeom prst="rect">
            <a:avLst/>
          </a:prstGeom>
        </p:spPr>
      </p:pic>
      <p:pic>
        <p:nvPicPr>
          <p:cNvPr id="20" name="Imagen 19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0EAD2E32-1AFD-B29B-094D-7DFFF6A1DC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293" y="4622563"/>
            <a:ext cx="1364106" cy="136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590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D4F80FB-CFE8-C80B-0B8A-813C6200E2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C9409F-9FD5-74BE-7957-F1AF31F79918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3855DDBF-3479-2751-53DC-8F4DA0414392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2105F17E-0529-F799-17D2-496CF2BB3F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797C74A1-52CB-2933-71D9-745E374F13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853E8E81-9534-DF0C-BDC5-F538A7E2531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3C1A85AC-86F0-008B-C8E1-2D475118FCF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76E35E18-4568-D556-BC7E-E097CF6D8CC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ADF63BC9-8CE2-963F-5929-CDF3297A2CB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7C93506A-D0B7-3496-33C4-6BFC261D6D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236F6B83-38B8-8F5F-C196-1E9B193D0C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6180E837-3E6F-E5F8-D5B3-F9E47580642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D135D3E-651B-BEE6-2C83-34689F2AF4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6BB061CB-945B-C39C-A0AE-29081696D5A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3EFCA903-0A47-7012-F2D7-7A441A71BF3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FF2526A8-6EB8-522F-1CC9-461E6C6C1E2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6FDD30A7-C82A-9230-7783-32FDA66072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E9D14658-A6DA-F4C0-B811-A8C0A6ECF8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57DDA932-CF0D-CD03-5C22-D82F53F294B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44CF587D-81C7-4CEE-A14F-AE54B028F0F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BB671EC1-A755-977F-58C9-94E37B885BE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28E1F271-AC53-3970-3CB4-E53FEB612DC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8341F74C-9105-6B7B-ACAC-6D99C7E571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7E4380A7-B8AE-7461-08EB-8295F6295D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B8E6C447-626D-6B06-66BC-3BD5726391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A4A77733-676B-37FC-527E-E49DC12DDE7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ADA87808-E547-90D2-C4ED-AC1178A677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6F160FD-B680-2520-6638-1A6FC5075569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7D7AB462-05A6-3749-D00B-5DCD730BE1BE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2E4CBFAA-EC5E-9C70-3BE7-DB22D2F5748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0CFD59F7-E328-407A-286C-142F7F61FB3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960D09C-20A7-1A9F-D1C6-2810860EE3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37B9454-BC11-84E4-73D0-BFE050570D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1D8E92F-260B-6580-0B28-048BD7303EE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6F5C4C8A-5D0F-2FA7-170C-B9B5958077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C784B354-BBC4-2F2D-0A9A-B478DAF6E17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4DCEA10A-064D-D6DB-DCB9-BFC8174759F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D52D8B37-7FBE-E73C-6182-A985010D0C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E946D442-880F-9D03-F2EF-56DA7ABA7C8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6A739E8-4D05-33AB-2D37-01B23BD305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2AA1DFC3-B5C0-4172-4C8A-6D50E1C159D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19893C8C-F183-D770-1524-E3656591FD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2405A018-AB67-7954-A0F9-C475577467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DD6AF73F-4EEA-CFEF-05C4-9E1EB507D1B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789A1378-4D20-7586-1D8F-84DCE462CA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6174CB1E-03AF-77A8-A433-AD27DBE3640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BAF31208-3F8D-0CBA-B0A2-24F80D4EB93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33EE9C4F-82C6-4872-8C3E-8B762116A07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EF98473F-1A2D-83EF-850D-896E68EC9B1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DF067EDA-F7D0-C88A-2F1C-3BD468662F1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A32867C-A9DA-FFF0-6EB9-11B7277DCE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E7B0B3D-6305-7371-9504-2CAA388424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B361E3A8-F7DA-49BF-6B33-410149B5394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AAA8DBB-D5F9-24C8-464E-47A7163DEFCA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87152090-33BD-9337-61C8-8B7DEA43B35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4A7A32A1-0E48-871A-6D55-34F97FEC3E2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8683717D-FF9E-E097-DE04-4F9E7184740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C9FE01B4-0225-BEDE-3F21-138D1AFEB19C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F93B6055-6D0F-D7A1-0E58-9D40D0AD38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FAF734B1-5E40-1E23-3D72-7292E0B7456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FC475B5E-DB32-F49B-9E86-499ADFFF2B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A3B7B66-5971-7BFD-B06C-6F1BD69E93C3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C9F97553-86AB-062E-BDF5-1279C9D94B8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09FF58A3-577E-7D59-81DE-6936B2039DA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4C90CAA0-4D34-CCF7-8398-7500D2C849F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6D71E622-F97F-9F11-39A6-AEF205D71628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362E757D-B5C7-7FCA-6C10-929F33DF2BA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DDA7812C-106A-4464-F436-F448B272859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B0D57BEA-031F-F27E-7401-2D5BA4EFCE6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5D790DA0-3B5B-E339-6479-B22178A7FAEC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063974E6-5080-FF2F-9E11-818D1D34DEB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62560D80-1CBC-86D5-40F0-7847D6037AA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EC06FAA7-7E1E-0ABA-40CD-9BF1A50D8F4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9482C60-2D09-BA57-E20D-DAFCA726E16A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3434B01-F33E-C5B8-6A1C-995BA1AC4C4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3B30FB8D-7E8F-4497-28CC-36D7C494C78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2EACB559-BA10-7D2C-F69E-B8905B29D89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A58913B6-19B9-C4F5-54C0-B0A5D4320336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41D15C0E-4129-F088-B874-E966CAA1E20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2EEA9B48-B64E-D3DC-6693-CA1D0898DA0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E03AFD24-A8CE-A4A0-888D-7898D4CF960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6A25FBE5-E495-DB77-D914-2178429CFB8F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C08F7081-D3A2-9B9C-414E-592F38E81CC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513162A3-AC17-7FCA-6140-FEAB0C0C97C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6C1E0392-C625-72D8-F62D-52AC3E1555A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70D0C96B-B002-091D-90AE-2FFC64690250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00C6DCF0-07B4-1AE4-930F-8A53E778DD9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6F27086E-AD41-3163-ED5C-F0932A777FB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49C28CAB-41E1-8480-0442-5E8D0BC5344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E3C71D4-1E03-AB73-3B25-617B8BF55E29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FADD8F37-A360-7D10-3A6D-23A186E2C3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5C7AB3CE-27E6-BB83-6866-767661077AF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01174B01-3A9E-1CB6-1541-1EE68E0A99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69518322-67A8-840F-DCE4-5355749605C8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9D30513A-0E1E-E6A0-E8A4-4DF885C0219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2F662A39-2320-F2BE-DE10-0033505B4D0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B186C8A1-4A6D-30DB-0883-A3A737172FB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440FB8F-8114-884C-87F7-8CA97A8FDE9A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0FAFB3D8-EC71-6499-5040-2F763A8FD56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CF1EBA2C-0595-0D8E-AFD2-BD0564DE16B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CDBC13C8-D4E9-41C4-3745-9B4D9806FA4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535F2502-B671-13C8-55C5-749ABEEEEDDD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0998EE99-2CD8-9DB4-4483-374D205B22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416467FD-272C-6671-6F2F-BC42686FCF6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965373FF-DF8A-19DB-58EA-5064BB36FF1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19F810C5-DF74-749C-9006-B8418483DF9A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C7E4B58C-B623-EA66-48DB-3E8516B8419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7CC62214-4FB2-7CDD-45A1-B9FDDEC6DA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B4C83008-F694-D36C-54FC-10F946C5AA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5FC06261-E9CA-260E-66AA-CC9EA9345682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708DD019-864A-B4BC-F442-3847AE61D9D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EE9D956E-C682-5D48-AE40-CA1B6C8D512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D2AEA712-2E1A-30CB-E8D4-C3D149D810A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612FAA77-4C3D-A228-7128-D3FA530306C3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63E525B0-2BD4-69E2-B5C2-17FFC291301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5FEBBAF3-294A-A268-6820-AE8722F426D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A31FFCF9-9B74-7D6A-3951-926C68B932F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A9028F1D-44CC-E889-B787-90A1549ECB01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A1E82402-BAAA-CD13-8F97-99ACBEBFFF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04295CB6-46AF-46D7-168B-040CB37C65F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E1C415F4-B1E8-85A9-D3E1-53E5E3C3402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F2000FD5-0A3D-8ED0-8946-079427BD29C5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D25ED288-83DF-439D-DD5B-FDD60DD3F14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D2F51A9A-7F46-0BDD-0E85-0F544A51E62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6BC62CD8-0B6D-D5B8-9B97-279B9944E58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6534C58-5752-8196-B768-80F6BAC28375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A8E39852-E7C5-9113-43C3-94289F9F215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8F7AF269-F770-185E-EEC8-2B5AE513C76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CBD28A51-7E8F-C945-35F0-1AF5FB3B7C0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85B7C071-3C18-717B-B052-DE2EEB99C488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1BE6904E-B3BB-CB19-738A-E1B60D553FC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DE026AE5-F872-1BC4-2A01-86C24D235D9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42B85C31-2670-EC76-9B90-A484CB6EBE3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12064331-4766-92CB-F459-2CFDE03C4B42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A82C8BB5-069B-63E9-5647-8C58F68DF14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74348C3E-F7C4-30C9-095E-7BD0FD02DED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60A93B3E-4FFB-C676-5C88-E1E25EA3A14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D08318B0-1229-57C9-631E-3EF32CEAE653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2862ECDF-A626-36E2-FA84-133059FE8CA3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F4706264-8DAA-07B1-586A-5A49A2E5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70" y="5307664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FA2F019F-3C0B-10F4-D64F-37282F08AF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10431804" y="5542692"/>
            <a:ext cx="1296136" cy="1250596"/>
          </a:xfrm>
          <a:prstGeom prst="rect">
            <a:avLst/>
          </a:prstGeom>
        </p:spPr>
      </p:pic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9F7F8EF9-F954-D5FE-E6F9-FB17B49B0EAB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3521FA8D-3F2B-945E-F240-D7F0D79C18E4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pic>
        <p:nvPicPr>
          <p:cNvPr id="2" name="Imagen 1" descr="Imagen que contiene instrumento, estacionaria, interior, libro&#10;&#10;El contenido generado por IA puede ser incorrecto.">
            <a:extLst>
              <a:ext uri="{FF2B5EF4-FFF2-40B4-BE49-F238E27FC236}">
                <a16:creationId xmlns:a16="http://schemas.microsoft.com/office/drawing/2014/main" id="{57E8B6CD-A613-E61C-05E6-2DCFDC947A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749" y="5486380"/>
            <a:ext cx="3876674" cy="146208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755464EA-9A65-F146-19E4-CA902EA3E9DC}"/>
              </a:ext>
            </a:extLst>
          </p:cNvPr>
          <p:cNvSpPr txBox="1"/>
          <p:nvPr/>
        </p:nvSpPr>
        <p:spPr>
          <a:xfrm>
            <a:off x="819963" y="798520"/>
            <a:ext cx="47417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>
                <a:latin typeface="Comic Sans MS" panose="030F0702030302020204" pitchFamily="66" charset="0"/>
              </a:rPr>
              <a:t>Lógica de programación: explorar funciones y listas</a:t>
            </a:r>
            <a:endParaRPr lang="es-CL" b="1" dirty="0">
              <a:latin typeface="Comic Sans MS" panose="030F0702030302020204" pitchFamily="66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AC6CF07-DDDB-1107-3BF1-C27EC8ABC3F6}"/>
              </a:ext>
            </a:extLst>
          </p:cNvPr>
          <p:cNvSpPr txBox="1"/>
          <p:nvPr/>
        </p:nvSpPr>
        <p:spPr>
          <a:xfrm>
            <a:off x="6653907" y="823645"/>
            <a:ext cx="4741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Mas sobre estos conceptos: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27B1C1C-8780-9E28-F65D-302E09FBFA7B}"/>
              </a:ext>
            </a:extLst>
          </p:cNvPr>
          <p:cNvSpPr txBox="1"/>
          <p:nvPr/>
        </p:nvSpPr>
        <p:spPr>
          <a:xfrm>
            <a:off x="683657" y="1741332"/>
            <a:ext cx="517390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dirty="0">
                <a:latin typeface="Comic Sans MS" panose="030F0702030302020204" pitchFamily="66" charset="0"/>
              </a:rPr>
              <a:t>Algunos conceptos: </a:t>
            </a:r>
            <a:br>
              <a:rPr lang="es-CL" sz="1600" dirty="0">
                <a:latin typeface="Comic Sans MS" panose="030F0702030302020204" pitchFamily="66" charset="0"/>
              </a:rPr>
            </a:b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 err="1">
                <a:latin typeface="Comic Sans MS" panose="030F0702030302020204" pitchFamily="66" charset="0"/>
              </a:rPr>
              <a:t>css</a:t>
            </a:r>
            <a:r>
              <a:rPr lang="es-CL" sz="1600" dirty="0">
                <a:latin typeface="Comic Sans MS" panose="030F0702030302020204" pitchFamily="66" charset="0"/>
              </a:rPr>
              <a:t> : estilos </a:t>
            </a: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 err="1">
                <a:latin typeface="Comic Sans MS" panose="030F0702030302020204" pitchFamily="66" charset="0"/>
              </a:rPr>
              <a:t>html</a:t>
            </a:r>
            <a:r>
              <a:rPr lang="es-CL" sz="1600" dirty="0">
                <a:latin typeface="Comic Sans MS" panose="030F0702030302020204" pitchFamily="66" charset="0"/>
              </a:rPr>
              <a:t> : estructura</a:t>
            </a:r>
            <a:br>
              <a:rPr lang="es-CL" sz="1600" dirty="0">
                <a:latin typeface="Comic Sans MS" panose="030F0702030302020204" pitchFamily="66" charset="0"/>
              </a:rPr>
            </a:br>
            <a:r>
              <a:rPr lang="es-CL" sz="1600" dirty="0" err="1">
                <a:latin typeface="Comic Sans MS" panose="030F0702030302020204" pitchFamily="66" charset="0"/>
              </a:rPr>
              <a:t>js</a:t>
            </a:r>
            <a:r>
              <a:rPr lang="es-CL" sz="1600" dirty="0">
                <a:latin typeface="Comic Sans MS" panose="030F0702030302020204" pitchFamily="66" charset="0"/>
              </a:rPr>
              <a:t>: funcionalidades</a:t>
            </a:r>
          </a:p>
        </p:txBody>
      </p:sp>
      <p:pic>
        <p:nvPicPr>
          <p:cNvPr id="23" name="Imagen 22" descr="Bandera de colores&#10;&#10;El contenido generado por IA puede ser incorrecto.">
            <a:extLst>
              <a:ext uri="{FF2B5EF4-FFF2-40B4-BE49-F238E27FC236}">
                <a16:creationId xmlns:a16="http://schemas.microsoft.com/office/drawing/2014/main" id="{33FB3415-041B-13AE-5D49-22656BF60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473" y="1444851"/>
            <a:ext cx="1486097" cy="1652264"/>
          </a:xfrm>
          <a:prstGeom prst="rect">
            <a:avLst/>
          </a:prstGeom>
        </p:spPr>
      </p:pic>
      <p:pic>
        <p:nvPicPr>
          <p:cNvPr id="1026" name="Picture 2" descr="HTML y CSS: Fundamentos para Desarrolladores Web">
            <a:extLst>
              <a:ext uri="{FF2B5EF4-FFF2-40B4-BE49-F238E27FC236}">
                <a16:creationId xmlns:a16="http://schemas.microsoft.com/office/drawing/2014/main" id="{6D39CCB8-E600-1F77-4A4C-794B65F3A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058" y="3207189"/>
            <a:ext cx="3018204" cy="310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9CCAA3B-22F3-DCBD-826A-5C54CA529DAA}"/>
              </a:ext>
            </a:extLst>
          </p:cNvPr>
          <p:cNvSpPr txBox="1"/>
          <p:nvPr/>
        </p:nvSpPr>
        <p:spPr>
          <a:xfrm>
            <a:off x="6507658" y="1454507"/>
            <a:ext cx="52323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1600" b="0" i="0" dirty="0">
                <a:effectLst/>
                <a:latin typeface="Comic Sans MS" panose="030F0702030302020204" pitchFamily="66" charset="0"/>
              </a:rPr>
              <a:t>HTML es necesario para estructurar y organizar el contenido de una página de manera semántica, lo que es vital para la accesibilidad, la indexación en motores de búsqueda y una experiencia consistente en diferentes dispositivos.</a:t>
            </a:r>
            <a:br>
              <a:rPr lang="es-ES" sz="1600" b="0" i="0" dirty="0">
                <a:effectLst/>
                <a:latin typeface="Comic Sans MS" panose="030F0702030302020204" pitchFamily="66" charset="0"/>
              </a:rPr>
            </a:br>
            <a:endParaRPr lang="es-ES" sz="1600" b="0" i="0" dirty="0">
              <a:effectLst/>
              <a:latin typeface="Comic Sans MS" panose="030F0702030302020204" pitchFamily="66" charset="0"/>
            </a:endParaRPr>
          </a:p>
          <a:p>
            <a:pPr algn="just">
              <a:buNone/>
            </a:pPr>
            <a:r>
              <a:rPr lang="es-ES" sz="1600" b="0" i="0" dirty="0">
                <a:effectLst/>
                <a:latin typeface="Comic Sans MS" panose="030F0702030302020204" pitchFamily="66" charset="0"/>
              </a:rPr>
              <a:t>CSS permite a las personas desarrolladoras controlar el diseño y la apariencia de sus sitios web, lo que permite la creación de diseños atractivos y receptivos que se adaptan a diferentes tamaños de pantalla.</a:t>
            </a:r>
            <a:br>
              <a:rPr lang="es-ES" sz="1600" b="0" i="0" dirty="0">
                <a:effectLst/>
                <a:latin typeface="Comic Sans MS" panose="030F0702030302020204" pitchFamily="66" charset="0"/>
              </a:rPr>
            </a:br>
            <a:endParaRPr lang="es-ES" sz="1600" b="0" i="0" dirty="0">
              <a:effectLst/>
              <a:latin typeface="Comic Sans MS" panose="030F0702030302020204" pitchFamily="66" charset="0"/>
            </a:endParaRPr>
          </a:p>
          <a:p>
            <a:pPr algn="just"/>
            <a:r>
              <a:rPr lang="es-ES" sz="1600" b="0" i="0" dirty="0">
                <a:effectLst/>
                <a:latin typeface="Comic Sans MS" panose="030F0702030302020204" pitchFamily="66" charset="0"/>
              </a:rPr>
              <a:t>Por último, JavaScript nos capacita a crear experiencias interactivas y dinámicas, mejorando la usabilidad al ofrecer funcionalidades más avanzadas a los usuarios.</a:t>
            </a:r>
          </a:p>
        </p:txBody>
      </p:sp>
    </p:spTree>
    <p:extLst>
      <p:ext uri="{BB962C8B-B14F-4D97-AF65-F5344CB8AC3E}">
        <p14:creationId xmlns:p14="http://schemas.microsoft.com/office/powerpoint/2010/main" val="32084631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3A9A-3494-F44F-1303-DAC5B4C0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5BB0C78D-C6C1-A11E-8D57-3751C7C984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E35AF97-2473-E113-8C2D-4E1F362370CE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BD3D1E16-3B9C-E0F9-2EF9-49D1482DC49D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2C78717F-BECF-A75E-3478-5B76409EEC9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D2DEF8CB-4023-1FA1-59F4-4A2482CBFBF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D0FFFCF5-C528-1AF4-2786-6728DA243B9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8F6A9FF4-1564-042A-A9C8-73B7560C328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E74C3BBE-4050-472E-6A70-232A7D35B85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AA37CD59-FDBA-6C9C-BC49-B1A03D9DBF5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D974484E-4839-3770-DA20-64581BE50A6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4BC1019A-8ACD-48D3-08C8-B62438A832F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66D40A25-92EA-60AA-1B45-BA4AC0AD478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CED4A609-2C70-8345-2BA0-966F4216DC3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E88EC8EC-BB3C-FC2A-6153-06BD24DF752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8643619C-7A0E-C950-D840-501DD3E204A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E95D3A2B-2015-F573-FAC0-71DF9F681A8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1081E356-A7BD-2073-BBCB-2C577C7843A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0903E4D5-7192-38B0-C8DF-D2C19C8093F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D6C01712-CCD8-F259-84C1-20FF0F8AD6D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98523DC1-4DC4-15B2-23E8-49A1CDD8E46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0E45E497-4102-E4B7-3F8D-D7F79348656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052C5A2A-FDBE-3008-92B1-35039527A08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1122967B-B565-542A-7ECB-1709F91DA02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5E23C226-5C14-7178-98FC-9130AA6A121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3760AD4D-2806-6BC9-3FD2-F26B3E92259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BA7A7A22-B137-0749-4548-B3FADDCB194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5CFE1F5B-5172-2A9A-6AC0-766806BD409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2DB46B6C-BF63-DF14-12C9-B7405A46A9BA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8BE0D0D2-E7C9-10BC-41BA-062005180CE4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9E3AA95F-33CD-526D-4EAD-DC9D70C7106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31E2BA08-FD14-4B70-3E5D-6E16A0DF25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7B83260B-1AA4-07F8-8B91-CF27A31F9B9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F2445B12-AC14-005C-01F7-E66EC68B43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F93D475-7330-1D03-9AFC-C041B80D4F3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DDB0C321-3C22-2ADE-DA1B-2B5A2925C44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9D3F419-F04A-0797-6834-B6F5CB0CE84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CF9AC3F4-3474-8BD7-E558-774AA37D361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4817572-2D71-69FC-A7BF-AAE93700671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20705975-CC49-8B82-F2F9-9431D70F4D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A53D983-CFA3-3A85-4084-355AF47DAE6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F13E8847-07E4-3E6D-87C0-8B69AA1561D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1CF4A84B-C609-77D2-E189-347ACA28A4D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59841BA1-9993-F4B5-793B-4169A68CE14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0C45493A-F124-9EF4-F1C4-542B5B382D8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2E87E750-DA14-F2E8-9F2C-0EAB8CB778A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E363A963-A08C-11FA-9531-708B785B5C6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7ABC032E-860D-2044-CF9A-84716FA04E6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73D63F17-87D6-A34F-FFEB-03361427745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C438C9AB-8CFB-00EE-555C-38BB0F88B79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B37DCB0-EE80-5004-4F36-8573BF8852D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20767395-70DA-B2DE-F798-5BFFA447272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6E310D3E-4B43-4C80-37C5-7FD9A2C73F7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33DE8879-A6D3-7562-1E9E-088F5E9E295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3506C585-5C6C-AFC3-23DA-056DB2266187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1EF5C602-20FD-E1FD-4296-617B9C6F3F1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71B9C8D7-5D55-0EA6-391E-BA95D4D1CCA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69CC6D46-3996-B81F-4DF2-82838BDE9CE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047DF36D-BA83-2D20-50DD-3778727952F4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332C7B66-933B-4AB6-99A8-BDE26CA1B76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97F5D359-69C0-C3BD-976C-FDCD0D7D8D9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B94B58F6-32D6-F0C2-8ABE-76B875885B3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AE161866-4C04-2D2E-1CBE-B6C420F7C8A8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304EA329-DB8F-DD6E-B373-998018CFC34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6CE9CDF4-23A3-1A38-53F3-8D461A68AD2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CFF4D283-BB67-1416-08C3-BEA56042D99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805B96CD-2CB5-A1AA-C5C1-77C9F9912B66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6BB1451D-F478-5486-4655-DE94417EA90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92AE5659-D97F-5BC2-6869-3D9BB0A5B39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0EABE8A3-032B-E911-7649-2F6863C9B94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D1B3195-1566-E688-8C39-315B4FD02342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E954DB1E-56A5-3732-8C73-0A727F07236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DBB43CAA-3D72-7CD3-B18C-3791277E68C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6C47FB4A-91C0-27D3-EF6D-7C8B4FB5A8B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AFD940EF-03B9-1B78-21C2-6558D2B6BA43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FBDFA061-111B-5C4C-7CE4-2E72CF447D9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8C5BBEFF-37DE-EDD9-3391-4F7100324FB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363BBC4A-25CB-BF85-D5DF-7123B09DE2A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2ABC1BB7-CB81-CEA1-2071-588A56786213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F1A198D0-9657-6793-98FC-DA590AC2879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105A3AFB-94BB-CDAE-11C2-F75B46D7574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186F3FF5-65BE-59A9-3CB5-985FB49D17E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E59DA784-EEC8-CFA3-A0E3-C0EFBA24EF4F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45F27C14-8A50-3EA5-DFC8-BF054279A1A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FBFF1F80-658C-6476-FD40-773F2717062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4C56F739-3E01-B648-60FD-D57A7D7C91F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8F9BF6F3-C382-9B80-7F56-6BFA148DFA27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7190479D-EA79-71B3-2705-25B9EF07922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D5689E03-4696-B451-19EA-70F94FC7589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26E61477-5A4F-84CF-CBE0-EBA367D1811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71BB8FF4-6AB2-B18F-7288-8EEA05E215CB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6C5B1AB5-84BF-9A26-F0AA-A4EAA95D424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8B6B062C-852D-1D7F-128A-9344F2DEFAD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53D0F13F-31FB-C3CD-4BF6-736513D5CDA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CFDE067C-57F2-F214-A1EF-F2A760A14D2C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E4F64012-6247-0C17-6962-DDC83C08E5D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DA4BCFD7-F1DA-7B77-AD97-81658BD2AD4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8CB70D00-931D-931E-94AE-8FED5C0AA66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AC9FFB42-5127-2681-D9C1-31EA330EA990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07C2FDA3-B04D-AF8D-E685-F74411109B9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E3A18A97-925A-D2BA-D4F2-E6E01CBD02B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4955EE4D-3E08-4E1E-2AD2-8C839C6F255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BD509A93-286E-AAB8-3BA6-D6657BAF25A8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F3A16A2E-53EB-12BB-0899-4354C6AC8E9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13C49EDD-0BEF-182E-818C-F74377D0CED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904507AD-5C21-B6C5-46BF-3BA7C0A61D2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2DC5422B-78E1-74FE-963F-4E021D158FBF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D2A4EBEB-DF6E-E505-C214-5CCE06EA989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F81F67F4-B8A2-CB9E-FCAB-0F733075C29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7CBB2A4B-C417-EE8A-70DA-E173D324A21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43A1AC9E-B8F9-52ED-A411-EAF634C5EA57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C256A425-0EFB-FDFD-C33D-7612B402DB4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501934FD-8DC3-F7E1-9366-C2BD60E99D1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9249F905-5B5A-8B49-45F0-62A23F694E4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63EDEB6F-939F-0377-2771-EE7D00C0DC5A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EF3F89EC-D092-6C0E-8BB2-992924B7546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6CFB59A1-86BD-D649-16EE-6B97E525ACA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11A20E96-6F44-4FC8-B5DF-2BE7CF093F7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38947461-6448-88AB-DBD8-A42CE085EFA9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8A88D163-F03A-5277-D401-BE37AF2FFFD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82AF11DA-3C57-1BE6-E481-09E24881CC9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B3EF8735-DB46-FE3F-FAA3-D9F5F4084AC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B7E9827C-CB7B-F4A7-E2A7-4BAE2CE59651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8FFCCC03-0849-1383-7BA3-B64E492FE1C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48467845-02F7-3C03-54F3-3CCAD1AF048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88CBD09F-B85E-BC68-4182-0A5DEE1BB6E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8BCF9046-7EBF-A1B7-30A9-0806DF01221A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1B872CA4-9096-92F3-8D0A-545AFB2DD4A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3713D5EB-9A2A-8C41-0503-C37DF5BB568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BE35F410-ECA6-E3CD-415E-B702419100F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A4B862EA-7DC8-D5ED-D92F-194CD1874CBF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A1DBD957-AD38-9AAF-B89E-D6C76661735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4F280636-625E-0242-2E4E-3174C8FBE40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B5CA7665-ABE3-062B-E8ED-80AC6D5A75A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37995AD3-9BFA-78FE-7F13-5B1D2E1B2161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0D545861-18D3-0593-D4DE-2593E267522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2A3E8CAD-E31A-20A4-ADF0-36C7C7FF1D3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B18D4D29-5B6E-95EA-A44C-DA45C3E9A77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BEB19123-F03A-495B-DC0B-28B386C021DF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F113BB42-E931-F243-ACAD-667FF8E87695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53E71EA-7A1F-B3E8-52FF-D154A47BC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393" y="570518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BB85D657-19F5-822E-88A5-28020940B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10431804" y="5542692"/>
            <a:ext cx="1296136" cy="1250596"/>
          </a:xfrm>
          <a:prstGeom prst="rect">
            <a:avLst/>
          </a:prstGeom>
        </p:spPr>
      </p:pic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8CED23EA-5AE6-1352-D72D-1262B289E49B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7A78E0B0-D677-743C-159A-623FF801F031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pic>
        <p:nvPicPr>
          <p:cNvPr id="2" name="Imagen 1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E3AFFD69-1529-5FEC-FDB9-9FA67CE04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0691" y="4861767"/>
            <a:ext cx="1364106" cy="13641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378395B-179C-2D84-972D-01EA1EF8A80C}"/>
              </a:ext>
            </a:extLst>
          </p:cNvPr>
          <p:cNvSpPr txBox="1"/>
          <p:nvPr/>
        </p:nvSpPr>
        <p:spPr>
          <a:xfrm>
            <a:off x="819963" y="1496083"/>
            <a:ext cx="48762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b="0" i="0" dirty="0">
                <a:effectLst/>
                <a:latin typeface="Comic Sans MS" panose="030F0702030302020204" pitchFamily="66" charset="0"/>
              </a:rPr>
              <a:t>En JavaScript, las funciones son bloques de código reutilizables que realizan una tarea específica. Sirven para organizar el código, hacerlo más legible y evitar la repetición de código. Puedes invocar una función varias veces con diferentes entradas para obtener diferentes resultados.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7FB4F82-8229-6347-A725-DBE25F4BAEB8}"/>
              </a:ext>
            </a:extLst>
          </p:cNvPr>
          <p:cNvSpPr txBox="1"/>
          <p:nvPr/>
        </p:nvSpPr>
        <p:spPr>
          <a:xfrm>
            <a:off x="819963" y="798520"/>
            <a:ext cx="4741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Para que me sirven las funciones?</a:t>
            </a:r>
          </a:p>
        </p:txBody>
      </p:sp>
      <p:pic>
        <p:nvPicPr>
          <p:cNvPr id="11" name="Imagen 10" descr="Imagen que contiene instrumento, estacionaria, interior, libro&#10;&#10;El contenido generado por IA puede ser incorrecto.">
            <a:extLst>
              <a:ext uri="{FF2B5EF4-FFF2-40B4-BE49-F238E27FC236}">
                <a16:creationId xmlns:a16="http://schemas.microsoft.com/office/drawing/2014/main" id="{384380DD-F88E-7058-8F9F-C0FD64FC91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951" y="3981639"/>
            <a:ext cx="3876674" cy="1462087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FCD4863-2153-B277-AC6C-AFED41B0C9FA}"/>
              </a:ext>
            </a:extLst>
          </p:cNvPr>
          <p:cNvSpPr txBox="1"/>
          <p:nvPr/>
        </p:nvSpPr>
        <p:spPr>
          <a:xfrm>
            <a:off x="6642092" y="879999"/>
            <a:ext cx="4838751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1600" b="0" i="0" dirty="0">
                <a:effectLst/>
                <a:latin typeface="Comic Sans MS" panose="030F0702030302020204" pitchFamily="66" charset="0"/>
              </a:rPr>
              <a:t>Imagina que tienes una receta de cocina para hacer un pastel. La receta es como una función: tiene una serie de pasos (el código) que te dicen cómo hacer el pastel (la tarea). </a:t>
            </a:r>
            <a:br>
              <a:rPr lang="es-ES" sz="1600" b="0" i="0" dirty="0">
                <a:effectLst/>
                <a:latin typeface="Comic Sans MS" panose="030F0702030302020204" pitchFamily="66" charset="0"/>
              </a:rPr>
            </a:br>
            <a:br>
              <a:rPr lang="es-ES" sz="1600" b="0" i="0" dirty="0">
                <a:effectLst/>
                <a:latin typeface="Comic Sans MS" panose="030F0702030302020204" pitchFamily="66" charset="0"/>
              </a:rPr>
            </a:br>
            <a:r>
              <a:rPr lang="es-ES" sz="1600" b="0" i="0" dirty="0">
                <a:effectLst/>
                <a:latin typeface="Comic Sans MS" panose="030F0702030302020204" pitchFamily="66" charset="0"/>
              </a:rPr>
              <a:t>Puedes usar la misma receta (función) una y otra vez para hacer diferentes pasteles (resultados), tal vez cambiando algunos ingredientes (entradas) para obtener un pastel diferente cada vez.</a:t>
            </a:r>
          </a:p>
          <a:p>
            <a:pPr algn="just"/>
            <a:br>
              <a:rPr lang="es-ES" sz="1600" b="0" i="0" dirty="0">
                <a:effectLst/>
                <a:latin typeface="Comic Sans MS" panose="030F0702030302020204" pitchFamily="66" charset="0"/>
              </a:rPr>
            </a:br>
            <a:r>
              <a:rPr lang="es-ES" sz="1600" b="0" i="0" dirty="0">
                <a:effectLst/>
                <a:latin typeface="Comic Sans MS" panose="030F0702030302020204" pitchFamily="66" charset="0"/>
              </a:rPr>
              <a:t>En resumen, las funciones son como recetas que te ayudan a hacer tareas específicas de manera organizada y reutilizable.</a:t>
            </a:r>
          </a:p>
        </p:txBody>
      </p:sp>
      <p:pic>
        <p:nvPicPr>
          <p:cNvPr id="2050" name="Picture 2" descr="Funciones en javaScript | Alura Cursos Online">
            <a:extLst>
              <a:ext uri="{FF2B5EF4-FFF2-40B4-BE49-F238E27FC236}">
                <a16:creationId xmlns:a16="http://schemas.microsoft.com/office/drawing/2014/main" id="{087B774D-74CC-F09E-43F8-D3C8336B2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03" y="3479804"/>
            <a:ext cx="4927840" cy="257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425C77BD-4743-6DFC-C70D-66979D83E2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796342">
            <a:off x="3305223" y="3691042"/>
            <a:ext cx="1310072" cy="98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36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0D2D-0204-ED88-C132-CCF4E786C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8B7134B4-7E81-7717-B2B4-0B8E81AF6D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25EC80A-C08A-F63B-E86B-42D633A4D30E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2B87B4A4-EA37-2293-4431-D980D33E0335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CB9487CA-C06D-AFFF-13A7-F77F1AB88E4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4ED6C0A2-6105-F663-9A71-5A1BDAB018B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EF30A8F3-744E-7C23-6760-3DD6AD90FB1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AB8DDFB5-C0F8-5E4C-5F61-BB024B810C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DBA4F32A-BF22-4A6D-D001-DF1C06F651C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6B708A01-0A58-F74E-F719-B09C0A8C928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A3612804-8BAA-75D4-F63C-94A14D520D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3771F9B1-AC5E-5599-3CC3-F1729BA3AB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1BDB9B2F-2003-1429-5713-EB177DCBC2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4723E330-8E77-49CB-677A-8FC9D73F842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A599EAAE-C328-ECE9-7E35-574F145580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B9C7765E-664E-92AE-BA60-4436B7FFA51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20B834F0-C9B8-8F9D-2DE1-B7563C11B8F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8AFD7878-021F-9003-4E91-29C6D04CA3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3B6DD7E9-3808-1630-A7A2-853F914ABE8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D0C0CBAD-576C-DFC6-1862-D8BAC731E2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88EFB4A3-751C-B317-3A4A-ACC4EE06B52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FE6EFBC7-F8FE-D7D9-4F8D-2A4B059DFCE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D193DA45-6E96-28C9-04B1-3B30FE6B557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1A868731-0A44-B7B9-E4CE-3EF6AB4E61F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2719E74E-192C-87EB-E61A-CE406386221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996084FC-FF60-43E3-795F-3EEDD6FDE5D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FDF114F0-EEAC-E101-3A7B-26D307D95E9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3DD7D35A-20DF-82EB-E530-91249614585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DC3819E-EF93-ED08-95F9-D339032D3AC2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C3CAFFEA-449B-C39E-1972-921EAD1B3839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617A714C-D58F-79F2-6A97-7649456467C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AE11604-C58C-D254-4070-BCCAD1CA84F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9742F0F4-E4EC-8BB6-3AE7-5714B7C5EF0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A9526372-0F6D-9BB5-E907-2C7633BE2D9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87162CCE-E031-8BAF-FCD2-07CC80EF83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C79B6132-6829-B1AC-14E9-7292F0E25EF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7752648F-BD7B-3028-62ED-CD638C90CF0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4C85F4C-0FEA-E94C-CEBA-FD6BE561EEF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EFE74B41-B693-CEF7-1544-6DF5AED0AF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ADC43D13-9A30-F912-CEC1-D3C3816E9A6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CE240744-BE7C-5AB3-A0A1-D1503FEB5ED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E38F052A-AC8C-AA46-0D82-3F33F29A3D6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F0D6F164-25F2-AF7C-52FA-A023AB85976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50175A0B-AA2A-5E65-97F3-EC42B35BAC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FA77719-E1D6-C03E-E10A-D6B0A6D1234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E1EB4A23-B1B2-5DBD-2919-6CDBE140B8B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03DB9C2E-C1F2-17AA-8B1F-5B86718BEE7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797707DD-0C01-E406-B0F2-6BA93A685A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C3397BA5-3928-2EF2-E2FE-E11C778533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D9CFC7DC-A1AA-64C7-38BA-705C322D8BF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184B959-7BBD-63EE-331C-3A7AE4E42A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B458499E-A3F8-FA92-B51E-37DA17556B9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586AEE98-B02C-3665-4551-64F2A5F20F3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67B99C70-29DE-BC6B-7200-14C97CC154D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E9273910-8F88-EB5A-10D9-862913C9B78D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A5C168D7-79F6-8D58-DD65-F1A5F0EE36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503BBB1E-1ADC-08AF-48E7-1B9D8031B18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53E67B8A-0936-DDF5-A8E0-5077FD4CCA0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FA125E49-3EC7-650B-553D-C848C58E8E5F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186E1237-D70E-BE07-976E-A1996B4D1CC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B7BE28FD-2C4E-A799-BAEC-2A9D2E738DF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D4BEE98B-7951-0E54-81D7-86BBB450651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CBC51851-49C8-BE51-5BC4-16A96ADE1717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131963FF-43B5-ACC0-2E5E-A6543FD4332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D157CF40-40EF-F11E-A0ED-A8F5F454763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DC97E0CD-A030-2AF2-E118-337542AD60F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39E6B059-A84D-0D0A-4FEF-3B7B0BCA9BC5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B2DD3EB0-31FB-3C07-D277-F34C6A086E5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500D4745-C015-1601-AD63-0C070EFB180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8C7CB805-355B-BF4E-0C08-50C4EAC0A58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A8611A4-000E-1CC6-EB8D-2CEB952DFCF0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7C4F5178-5A28-0D9A-EB35-3CB535B9E69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96C9F5BD-4AB8-8724-41E1-0ED52C833F4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107F7205-1902-E977-3533-130BB7FC302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A98C0C7E-2FFA-701E-9072-7CB3DEC7274F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95CFFD69-D03A-DE52-FED2-EB7F6059583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AFDF0368-19E3-4144-4A41-D3A43E350DB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F7EC4C0C-D2B2-CF1D-D9A1-91E9DC2CE8A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616EDCC5-6B4D-E342-9121-C9D68F352CE9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A1679829-FC76-FA16-92A3-CF7C37A92EC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560A1D84-9538-A7FC-3439-7A40066D0EC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0351A427-87C2-89A2-2A04-3320AEF4A37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3570D4EE-AA3B-6F2F-CAB8-2D8AD369EE71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64D16D28-5504-7841-6FB9-E0667FB33B7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18B0D0DF-D7A1-9E43-4E65-CAFA7F6F952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FA385524-F720-D430-A15B-0FB34B394CE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A777ECAD-9785-9F34-1B35-2ACB2FE6822B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7DCCD3B2-DBB8-0186-2F19-2EBD0636972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5916FF2C-9A4A-00FF-65B5-851E8E01F0B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B0E342CC-2E6A-5803-C89B-43D74FF6882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80FBDF7-1720-95F4-55DD-11A6C4F7C3DD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01498434-200C-74BA-85BF-2DEB3690EE3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B91DE516-3134-6231-634F-E229DB7DECF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01151EF3-ED2B-4738-EC44-C74C5578A26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8F9E181B-A252-05F1-3149-DA021716BC1B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249A9549-98CD-4C28-2AAF-F3BB43C305A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9D6263DA-63E3-AC96-E6DC-F5F145E0EB8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D895DE30-8692-D3BD-A436-0F4B814D3DD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00E53C09-9952-70BC-CA06-325E3E1F53A6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6214B1AD-C717-9F1F-1BC1-D773EE632ED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F85A0AF2-7210-0749-63F7-7D37639FEBA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8F34D968-7ADF-699E-99BC-F9A01491840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56BAA910-B38D-3B5D-2AE2-87D705E58720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BF07DF51-0EAD-8F5C-912C-B0D92548ED9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68112BC0-D7DF-5ABD-6F93-6CD50A17ABA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CC718FA9-55B3-F190-51A7-75D6C26F626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357C2304-4188-B373-7AC2-9FE94E412AC6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78C49BE5-871E-A703-93A9-05EF39CA6ED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50ACFCDD-4842-A124-6E4D-D5B6753479A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9984EA1B-0044-7C07-7AF6-B0C0CE3F5E2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1CB7AD4A-2A05-2B7C-1ED2-1B726788EE56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36DEDA01-FFDC-9B53-5B1D-4C07746E62A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EBAF4B63-DC6E-E448-99E8-58D42AAB787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09D043D9-8367-C0A3-8901-2FE7CCE6E64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97998C19-EBDB-78B5-1A7D-3E2D14199605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246EF587-9D36-7668-61C2-153909605F0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E64888E4-5E9D-D8A2-579D-ED573BF8859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7EFA38F9-3727-9F86-79F3-8BBFEA53B80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AD68FC41-C6DD-5B78-700B-48D2237EA8A1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1828D46F-0EA8-A784-AB14-F23458A73F8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B580EA43-C283-5F69-7B15-44355D17920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80C1B101-981F-96C6-EEB1-EB53ADCB7A0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BB2095A0-8BFA-7C7C-652B-59DC1BC5A875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CD8390A3-3F5A-4185-7574-03FCAD0BA66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EA8092B4-F778-BC88-F044-83CB6A14468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F70A8974-3F95-2C1C-2C0D-BA2F838A10D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0E77AB1-1273-71E0-445F-44F36E029467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DE7B725E-FF43-D297-CDFB-F50ABBB64C5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F815A7E0-7FFE-2E84-06EA-C6F7E834E78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DBD6601E-8CB8-1380-B17A-E8508746A97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8626EB90-47BF-92FD-6839-13268519A3E1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E3BBCFB1-9A4C-9758-0714-0E0E2BFA509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6A7E3A7C-705B-0CAD-E94C-84E9DC2BBEC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4353A4ED-B68F-E9D9-3E82-71FFD3175E3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F51762DD-7F77-C10F-6474-ED5B0C951A8B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894A0E76-4079-5835-2DD9-A354CE585C7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06DEA86F-94FD-2101-BF80-6C34634E6EA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919930B9-7A80-F564-2B44-53294BA20A8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7661DBE3-04DF-627C-8281-32AE981D1B50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945E1552-349C-966A-C9DE-CE67B072B12C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D9FF8925-7A39-A1E2-7BAB-154C76C170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70" y="5307664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1DB1D410-7E95-7512-2B3C-FE2B6EE7AC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10431804" y="5542692"/>
            <a:ext cx="1296136" cy="1250596"/>
          </a:xfrm>
          <a:prstGeom prst="rect">
            <a:avLst/>
          </a:prstGeom>
        </p:spPr>
      </p:pic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E22D2656-3CAC-251F-1098-4E6961C22443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1FA17478-A0C7-B31C-EA02-BB90CEB13FBC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3B6373C-E392-8F9D-6969-BB1E88DF0092}"/>
              </a:ext>
            </a:extLst>
          </p:cNvPr>
          <p:cNvSpPr txBox="1"/>
          <p:nvPr/>
        </p:nvSpPr>
        <p:spPr>
          <a:xfrm>
            <a:off x="819963" y="798520"/>
            <a:ext cx="47417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Que son los arreglos?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6CB2C26-01F1-8281-8185-9B56D4D4C8AC}"/>
              </a:ext>
            </a:extLst>
          </p:cNvPr>
          <p:cNvSpPr txBox="1"/>
          <p:nvPr/>
        </p:nvSpPr>
        <p:spPr>
          <a:xfrm>
            <a:off x="819963" y="1401922"/>
            <a:ext cx="47417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Comic Sans MS" panose="030F0702030302020204" pitchFamily="66" charset="0"/>
              </a:rPr>
              <a:t>Un arreglo (o array) es una colección de datos ordenados, como una fila de casilleros que guardan distintos valores, uno al lado del otro.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A6678C6-8E9F-9283-37FF-0C5B867BC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08" y="2431242"/>
            <a:ext cx="5066405" cy="830997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C86C84D7-9531-2869-18A8-5067316591C8}"/>
              </a:ext>
            </a:extLst>
          </p:cNvPr>
          <p:cNvSpPr txBox="1"/>
          <p:nvPr/>
        </p:nvSpPr>
        <p:spPr>
          <a:xfrm>
            <a:off x="819963" y="3886418"/>
            <a:ext cx="474174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Comic Sans MS" panose="030F0702030302020204" pitchFamily="66" charset="0"/>
              </a:rPr>
              <a:t>Otro ejemplo</a:t>
            </a:r>
            <a:br>
              <a:rPr lang="es-ES" sz="1600" dirty="0">
                <a:latin typeface="Comic Sans MS" panose="030F0702030302020204" pitchFamily="66" charset="0"/>
              </a:rPr>
            </a:br>
            <a:br>
              <a:rPr lang="es-ES" sz="1600" dirty="0">
                <a:latin typeface="Comic Sans MS" panose="030F0702030302020204" pitchFamily="66" charset="0"/>
              </a:rPr>
            </a:br>
            <a:r>
              <a:rPr lang="es-ES" sz="1600" dirty="0">
                <a:latin typeface="Comic Sans MS" panose="030F0702030302020204" pitchFamily="66" charset="0"/>
              </a:rPr>
              <a:t>🛒 </a:t>
            </a:r>
            <a:r>
              <a:rPr lang="es-ES" sz="1600" b="1" dirty="0">
                <a:latin typeface="Comic Sans MS" panose="030F0702030302020204" pitchFamily="66" charset="0"/>
              </a:rPr>
              <a:t>Lista de compras</a:t>
            </a:r>
            <a:br>
              <a:rPr lang="es-ES" sz="1600" dirty="0">
                <a:latin typeface="Comic Sans MS" panose="030F0702030302020204" pitchFamily="66" charset="0"/>
              </a:rPr>
            </a:br>
            <a:r>
              <a:rPr lang="es-ES" sz="1600" dirty="0">
                <a:latin typeface="Comic Sans MS" panose="030F0702030302020204" pitchFamily="66" charset="0"/>
              </a:rPr>
              <a:t>➤ Un arreglo es como una lista donde cada producto tiene su lugar y puedes buscar por la posición.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9137241-6455-A232-52D4-181537126B5A}"/>
              </a:ext>
            </a:extLst>
          </p:cNvPr>
          <p:cNvSpPr txBox="1"/>
          <p:nvPr/>
        </p:nvSpPr>
        <p:spPr>
          <a:xfrm>
            <a:off x="6675057" y="841547"/>
            <a:ext cx="4994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Que es la recursividad?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40FE9AF-AA23-FE16-9A71-52B633D05174}"/>
              </a:ext>
            </a:extLst>
          </p:cNvPr>
          <p:cNvSpPr txBox="1"/>
          <p:nvPr/>
        </p:nvSpPr>
        <p:spPr>
          <a:xfrm>
            <a:off x="6623920" y="1293784"/>
            <a:ext cx="5116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sz="1800" dirty="0">
                <a:latin typeface="Comic Sans MS" panose="030F0702030302020204" pitchFamily="66" charset="0"/>
              </a:rPr>
              <a:t>Cuando una función se llama a si misma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093F013C-03DE-3178-1B67-7019438DC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608" y="1975727"/>
            <a:ext cx="4961441" cy="2167796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293FA863-C5B7-AA3B-B186-53CB84357ACD}"/>
              </a:ext>
            </a:extLst>
          </p:cNvPr>
          <p:cNvSpPr txBox="1"/>
          <p:nvPr/>
        </p:nvSpPr>
        <p:spPr>
          <a:xfrm>
            <a:off x="6675057" y="4353286"/>
            <a:ext cx="49614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effectLst/>
                <a:latin typeface="Comic Sans MS" panose="030F0702030302020204" pitchFamily="66" charset="0"/>
              </a:rPr>
              <a:t>una función se llama a sí misma para resolver un problema, dividiéndolo en subproblemas más pequeños hasta alcanzar un caso base que detiene la repetición.</a:t>
            </a:r>
            <a:endParaRPr lang="es-CL" dirty="0">
              <a:latin typeface="Comic Sans MS" panose="030F0702030302020204" pitchFamily="66" charset="0"/>
            </a:endParaRPr>
          </a:p>
        </p:txBody>
      </p:sp>
      <p:pic>
        <p:nvPicPr>
          <p:cNvPr id="2" name="Imagen 1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EEBA10AE-9F3E-BBBA-3215-D0DEAC160B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32815">
            <a:off x="4100250" y="3125377"/>
            <a:ext cx="1310072" cy="98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758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3EB4B-AB54-8775-1E88-C7049ED68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B42DEABB-7054-711B-AB90-19D92EE290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2440A38-DA0A-E567-BD5A-86C78B933877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7489231B-1F0C-4A07-1BC1-16F1E0D1E84A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5EC64154-5435-9EF3-A90D-A2943663EFE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55574BCE-8E7B-F56D-DDA4-D384215593D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B9F9B982-2F7F-AF69-0C5F-CABFD5B82D1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E21247F1-852C-1FD6-C8A0-9DD7767F607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1230B383-B064-63B9-42BE-DA51AC7526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B91D699A-3896-686F-E31A-24B722E9438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C44F3A2D-D2DA-1F28-7BF0-09AFE45093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EE29598B-FBE8-9B4B-2B75-B36926A1645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0C351A2E-AC1B-CAB5-9287-B1D10455BE7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787714FA-CF78-2345-5D3A-704B5331B2D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1343867B-3E70-FEA1-13A6-1CE7B35B76B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21E1F0B7-B213-E8DF-EB1A-AAE6C07E535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D232F4DA-CABC-0D68-68D2-45F40A9E76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93A0BD75-A186-E90B-8012-1562051932F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E38D075D-7002-1AC8-24BA-FB22FB4B920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25595712-AF28-C4B5-E919-238D8CB5087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42D8F19D-40F4-F9C4-9162-0919BB88C6E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3B04D499-8FB0-4B86-3E74-CC7F75A827F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C97B3F48-EA2E-E4C8-DBC6-309ECA1561F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8BA6CE44-85F6-DE5F-42AF-E3933BE3572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B8B5B8E1-0E65-4A76-36AE-1DA82C1FF2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C9AF2CE9-AABB-F0C8-656C-C6529F5C8E4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B35F4C20-9FDF-2783-5C4D-4F30F403D36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30D1F946-CA93-7E78-3AF9-64F66F794F9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E1B174C-93B1-641F-1285-BC186DCC52D3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4B1D06C1-BE3A-3D41-5BCA-EC3E82484F67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98F143A-73EA-CB02-0F8F-08CBC0F3714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D8D5512D-8725-FAD2-9596-9CADF8C94E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993017CC-E2D5-2DE1-5859-46AB49B7A90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3B2BF243-9824-4E1C-4F1C-126E208F979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CE0144FD-32D0-A2BD-7AB3-7019654EBDF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34EDED16-24B9-73B3-E83C-F491D64C62E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6D6D4787-C852-408E-177B-84FF37046EA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27469FDE-EA33-7852-F8D5-E0ECCC78088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71EAD7D-AEE9-68C1-BA58-3810E3CC9C2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B6DF7F25-B470-7DA7-93D9-ABB6C5C697D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BE3A9C40-59E2-0A20-A92D-ACB0F60E569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E3F5C6DB-982E-6038-D0AB-29D8624052E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6D7A57C1-A128-1726-FD18-6E59E007AD8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02CB0D9-3CA8-50F7-6616-814370EF05A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E241F440-436A-C046-14AE-FE5C319E299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A1935C30-224D-884C-3510-9B04938001E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AE351AE3-AE11-BF7E-24B0-0B5880544BD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72D40E20-5A73-F2EC-E28E-8C023866A1A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AA76C79-A355-F1D1-9450-E02C8C2646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7B6FE20D-EAB9-5D21-DAE7-00D8947246A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69EB7AE-494E-805E-27F9-590B3780391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0145803E-4B74-1E47-A412-ACAF92C93D5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9041B9A1-1579-9327-D983-73C4A1F5C46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E13C16E2-6292-CD7D-D4DA-0DFB73817CB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BEBB2E0-9DAD-3DE7-9EA0-DBE00CC1515A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A004D187-2FE9-D23D-7E88-6AB2CEB8250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590AC470-4477-B88C-22AB-4F6480F9CFF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E30DFD87-FE81-0F2F-E72E-D55ABF981BC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E50FEB5C-75DD-903D-86A6-BCBF1D618953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1B038DCF-60AA-0008-7023-13BDFD6A246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25B5541C-BCBE-F8BB-B363-1DC5A2D1B7C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382500E9-3E57-A79A-0579-B4FFA5B90FE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E3F1FA0F-E4CA-6959-3AAF-519411710B26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02876244-A9D1-912B-740B-E3038FD0801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E819554C-7662-3B6F-561E-9970E230E88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C2AD4BCE-236A-6D32-8B30-E09AE0A4EDA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0FAD79FD-6C2E-AACE-3784-8DB97F496F64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E772D9AB-5911-648F-F3AC-A5E819B2511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A56600B4-8D2F-6CA6-5370-6BA6EFF7CE7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48F304C8-24E4-7261-40D0-6EFF724DDE0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ECD098C2-00B3-248A-9ABF-F6A350B395E7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97C2C97A-A300-5C9E-79B8-A8F26869BEC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00B4C0CA-8B15-33EB-8253-3667F5DB26A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6E77BA75-F952-D609-5D04-E09F9696C51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3F2BD339-D184-6E7D-D237-74354409C7CD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6743C90D-4D9D-2AA2-8C58-BE666D57EED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06080289-BC81-7EAB-E124-BE91C31CFC6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B03269F6-151B-9088-1C08-4D7C21BC2D7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E55B5F5E-F15D-CF84-1415-ACE6D999169C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43AB0C0C-8591-7C43-F030-E450F5B52D6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69D6F676-44F3-9CAD-4B83-5F3D20F0665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B36C78E5-0A1A-B297-BB70-1F789C860DA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0A3A1D22-3080-CC4D-4528-A52EA11E964E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62F4CBD8-F46C-A169-5369-3A28EC5D6E6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5FFDF970-B668-21D3-B08D-1295A72DF69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339CF112-DE26-A282-2022-BA582D8FC87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CDA80950-9A99-A358-029D-8A48B3BA3083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A0A066CA-A762-B59D-1AF0-A210C1C2852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0B6A8E26-F2DA-B821-FD1F-1381FFFD5E1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EE4DFA78-84EB-7829-D478-9CEB82E7F13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4F9B1C44-6F05-C140-5C90-B1C1FBA9D394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0D244A63-0BFA-62C0-BD32-78FCBAA5A05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ACF0D27B-599C-4642-1D04-0A71DF8601A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2FBB77AF-E6BB-80AC-E1D0-E827F6183BE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E01B9C5D-F7F4-2145-502C-BFC55C3F73C8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B63F0746-C060-B277-5E29-C99F87EB56C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D081FBEE-F952-79E1-7B40-CA44AD63C29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1713CAC7-5668-5672-9756-A3F9C1FFCB4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D9037052-8906-3629-5D39-E0EDBC78D7D0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19D84DBE-3477-F1F7-73AC-242FAE4366F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062DEFF1-543D-F500-5B21-EDBA4F2B179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F800CB07-7CD8-88F9-A2E3-D754AD6ECC3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9A9C634D-BF7A-6731-25DE-D28C4A5CFBA2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C5B4F408-268D-B75A-D38B-4809B2480B5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23F4160D-8E59-A492-0DB7-6DC7C030670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5EB7741C-B205-817C-0671-2A079BF69BF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EA9C8B0F-299D-76BB-7F25-584716F1766B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ACE17C9E-A653-E613-5113-C964FE1B3BB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51CA2C27-E162-7FC1-7A52-1808C6972F4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1B22C1D4-5CF9-CFBB-87F7-D3EA4CCD549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1F201A3B-4B4A-4CE6-6769-AF1E03B77C90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BA74CD3A-AD10-95EB-A24E-8C6BD5A2A9A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972EB3EC-E797-7D01-2819-B71E176CD72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BDEDE18C-1697-F97F-82E7-924735DBF9A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183876E6-51A4-F024-1989-AEDC8FF28888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BAE0CCF8-A35D-3CAD-3E6C-2DF89EDE0B8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ADD9BDF6-49BA-EB3C-F10D-228BA87D89D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E70224F8-F799-4831-C983-1044AD4613E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9A2FAC1D-FBEC-C7F2-7213-3F44082857CC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AEEAEE86-9563-7566-D82B-F1D9D0A91C2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601FF326-D926-CF6D-59BD-9F988BFFA9B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FF8A567F-35BE-ADBF-2CA9-A60213D3A79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22217881-B053-BE06-91FB-61B7F5AB1320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11E7C404-00E7-259D-1D42-5005C64DE43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C22DF07F-ED71-5542-09D6-BAD420F1206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1801C67F-2337-D1DB-A089-80A5BDC264E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DC36D50A-7FCC-6D54-FE4B-5944D8B2A850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C35E1E1D-3C78-8850-D032-D8FCB4A45DA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2A8E15A5-3F01-5CB4-E35D-62E2C1EC3B8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F08F92A5-DFFF-0DCE-AEE0-8B8AA951412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9A9C8495-421A-A3E8-0C19-232A66E3B995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7E1FA937-D98D-DA4E-16B7-AF852D5A2B3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5D8DC1DC-BEB2-32FA-1559-2B6652A8A1E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3D0C41D5-4BB6-3483-24CD-C1915BD174D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D82014CF-3DDF-58A7-B591-F86FAADFAAD9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9761637C-9E71-6B58-F0C5-FAB19194AE7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D880C851-01E7-3E2D-A9DA-3CD77C244A7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F8E03B91-3BE7-B285-8415-3CD8AB1828F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1615C7D1-2AA7-D4B2-94DE-1FD3DEFF84E2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46E48F9D-CCD5-F773-C6B9-3F424F53D26C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2FDD41A-45CA-3FCE-7723-5BC949C72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077" y="4520954"/>
            <a:ext cx="1296136" cy="1250596"/>
          </a:xfrm>
          <a:prstGeom prst="rect">
            <a:avLst/>
          </a:prstGeom>
        </p:spPr>
      </p:pic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1BF1873E-6E19-3B7D-44BE-5813A37A0704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440D0208-F349-5A15-6ECC-C565CAEE089C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68570E6-49F0-1FD4-5D81-125BEEF07AAA}"/>
              </a:ext>
            </a:extLst>
          </p:cNvPr>
          <p:cNvSpPr txBox="1"/>
          <p:nvPr/>
        </p:nvSpPr>
        <p:spPr>
          <a:xfrm>
            <a:off x="822198" y="1768872"/>
            <a:ext cx="47417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Comic Sans MS" panose="030F0702030302020204" pitchFamily="66" charset="0"/>
              </a:rPr>
              <a:t>GitHub : controlador de versiones de código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2BF7766-EECE-0D23-704D-E3F08F203AB1}"/>
              </a:ext>
            </a:extLst>
          </p:cNvPr>
          <p:cNvSpPr txBox="1"/>
          <p:nvPr/>
        </p:nvSpPr>
        <p:spPr>
          <a:xfrm>
            <a:off x="784203" y="5005963"/>
            <a:ext cx="4994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Que es un commit?</a:t>
            </a:r>
          </a:p>
        </p:txBody>
      </p:sp>
      <p:pic>
        <p:nvPicPr>
          <p:cNvPr id="1030" name="Picture 6" descr="GitHub logo PNG transparent image download, size: 1125x417px">
            <a:extLst>
              <a:ext uri="{FF2B5EF4-FFF2-40B4-BE49-F238E27FC236}">
                <a16:creationId xmlns:a16="http://schemas.microsoft.com/office/drawing/2014/main" id="{4D733F41-D669-B935-0F80-1FC48B2B2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854" y="675370"/>
            <a:ext cx="3091037" cy="1145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93053D3-3674-A22C-385D-589D7295B34B}"/>
              </a:ext>
            </a:extLst>
          </p:cNvPr>
          <p:cNvSpPr txBox="1"/>
          <p:nvPr/>
        </p:nvSpPr>
        <p:spPr>
          <a:xfrm>
            <a:off x="6623920" y="808044"/>
            <a:ext cx="4994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Que es una rama(branch) ?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D14C743-29BE-B248-2E3B-45C2B889C84D}"/>
              </a:ext>
            </a:extLst>
          </p:cNvPr>
          <p:cNvSpPr txBox="1"/>
          <p:nvPr/>
        </p:nvSpPr>
        <p:spPr>
          <a:xfrm>
            <a:off x="822198" y="5486380"/>
            <a:ext cx="56692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latin typeface="Comic Sans MS" panose="030F0702030302020204" pitchFamily="66" charset="0"/>
              </a:rPr>
              <a:t>El commit nos permite guardar un estado de nuestro proyecto en un determinado punto.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FAEBA30-1BA9-0883-7582-1AEFA547466C}"/>
              </a:ext>
            </a:extLst>
          </p:cNvPr>
          <p:cNvSpPr txBox="1"/>
          <p:nvPr/>
        </p:nvSpPr>
        <p:spPr>
          <a:xfrm>
            <a:off x="822198" y="2144211"/>
            <a:ext cx="49366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Comic Sans MS" panose="030F0702030302020204" pitchFamily="66" charset="0"/>
              </a:rPr>
              <a:t>Podemos usar GitHub, ya que nos permite unificar los cambios de todo el equipo en un solo lugar, al que llamamos repositorio.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D6EC266-0C52-2F91-E945-C1A8B8CD2C5B}"/>
              </a:ext>
            </a:extLst>
          </p:cNvPr>
          <p:cNvSpPr txBox="1"/>
          <p:nvPr/>
        </p:nvSpPr>
        <p:spPr>
          <a:xfrm>
            <a:off x="784203" y="3272896"/>
            <a:ext cx="47775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Que es un repositorio?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7720CF7-2374-0BDC-19EA-BC39D2F3F08F}"/>
              </a:ext>
            </a:extLst>
          </p:cNvPr>
          <p:cNvSpPr txBox="1"/>
          <p:nvPr/>
        </p:nvSpPr>
        <p:spPr>
          <a:xfrm>
            <a:off x="822198" y="3728025"/>
            <a:ext cx="47775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0" i="0" dirty="0">
                <a:effectLst/>
                <a:latin typeface="Comic Sans MS" panose="030F0702030302020204" pitchFamily="66" charset="0"/>
              </a:rPr>
              <a:t>Un repositorio es un espacio en GitHub donde se almacenan y gestionan los archivos de un proyecto, junto con su historial de cambios.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pic>
        <p:nvPicPr>
          <p:cNvPr id="27" name="Imagen 26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41286AA9-8E8B-8CE5-95EC-1D39FF9071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2522">
            <a:off x="3570927" y="2648630"/>
            <a:ext cx="1310072" cy="982554"/>
          </a:xfrm>
          <a:prstGeom prst="rect">
            <a:avLst/>
          </a:prstGeom>
        </p:spPr>
      </p:pic>
      <p:pic>
        <p:nvPicPr>
          <p:cNvPr id="28" name="Imagen 27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3BA13787-4B84-0E96-1ABF-4FCBD39793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16273">
            <a:off x="10541500" y="2025256"/>
            <a:ext cx="1310072" cy="982554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5FAF17B4-E02B-2B51-578A-EF95797F971B}"/>
              </a:ext>
            </a:extLst>
          </p:cNvPr>
          <p:cNvSpPr txBox="1"/>
          <p:nvPr/>
        </p:nvSpPr>
        <p:spPr>
          <a:xfrm>
            <a:off x="6658349" y="4388657"/>
            <a:ext cx="52521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600" dirty="0">
                <a:latin typeface="Comic Sans MS" panose="030F0702030302020204" pitchFamily="66" charset="0"/>
              </a:rPr>
              <a:t>Usen </a:t>
            </a:r>
            <a:r>
              <a:rPr lang="es-CL" sz="1600" dirty="0" err="1">
                <a:latin typeface="Comic Sans MS" panose="030F0702030302020204" pitchFamily="66" charset="0"/>
              </a:rPr>
              <a:t>Github</a:t>
            </a:r>
            <a:r>
              <a:rPr lang="es-CL" sz="1600" dirty="0">
                <a:latin typeface="Comic Sans MS" panose="030F0702030302020204" pitchFamily="66" charset="0"/>
              </a:rPr>
              <a:t> </a:t>
            </a:r>
            <a:r>
              <a:rPr lang="es-CL" sz="1600" dirty="0" err="1">
                <a:latin typeface="Comic Sans MS" panose="030F0702030302020204" pitchFamily="66" charset="0"/>
              </a:rPr>
              <a:t>destokp</a:t>
            </a:r>
            <a:r>
              <a:rPr lang="es-CL" sz="1600" dirty="0">
                <a:latin typeface="Comic Sans MS" panose="030F0702030302020204" pitchFamily="66" charset="0"/>
              </a:rPr>
              <a:t> si se quieren ahorrarse los </a:t>
            </a:r>
            <a:r>
              <a:rPr lang="es-CL" sz="1600">
                <a:latin typeface="Comic Sans MS" panose="030F0702030302020204" pitchFamily="66" charset="0"/>
              </a:rPr>
              <a:t>comandos Git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4E8C610-39B5-013E-491A-7EEDD70DDB59}"/>
              </a:ext>
            </a:extLst>
          </p:cNvPr>
          <p:cNvSpPr txBox="1"/>
          <p:nvPr/>
        </p:nvSpPr>
        <p:spPr>
          <a:xfrm>
            <a:off x="6652238" y="3908047"/>
            <a:ext cx="4436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Una pequeña recomendación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C39E6B7-95E0-E18F-5B4F-CED8F602A6E1}"/>
              </a:ext>
            </a:extLst>
          </p:cNvPr>
          <p:cNvSpPr txBox="1"/>
          <p:nvPr/>
        </p:nvSpPr>
        <p:spPr>
          <a:xfrm>
            <a:off x="6550955" y="1283146"/>
            <a:ext cx="4925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i="0" dirty="0">
                <a:effectLst/>
                <a:latin typeface="Inter"/>
              </a:rPr>
              <a:t>una rama es una línea de desarrollo independiente que permite trabajar en nuevas funcionalidades o correcciones sin afectar la rama principal del proyecto.</a:t>
            </a:r>
            <a:endParaRPr lang="es-CL" dirty="0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1EE43D1-5DF9-F604-0EB8-727940872601}"/>
              </a:ext>
            </a:extLst>
          </p:cNvPr>
          <p:cNvSpPr txBox="1"/>
          <p:nvPr/>
        </p:nvSpPr>
        <p:spPr>
          <a:xfrm>
            <a:off x="6652238" y="2807007"/>
            <a:ext cx="4230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Que es merge?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20626051-9DEC-0729-F105-258E4EF1284D}"/>
              </a:ext>
            </a:extLst>
          </p:cNvPr>
          <p:cNvSpPr txBox="1"/>
          <p:nvPr/>
        </p:nvSpPr>
        <p:spPr>
          <a:xfrm>
            <a:off x="6623920" y="3203186"/>
            <a:ext cx="4994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latin typeface="Inter"/>
              </a:rPr>
              <a:t>Es cuando quieres juntar los cambios de una rama independiente con la rama principal (es una fusión)</a:t>
            </a:r>
            <a:endParaRPr lang="es-CL" dirty="0"/>
          </a:p>
        </p:txBody>
      </p:sp>
      <p:pic>
        <p:nvPicPr>
          <p:cNvPr id="152" name="Imagen 151">
            <a:extLst>
              <a:ext uri="{FF2B5EF4-FFF2-40B4-BE49-F238E27FC236}">
                <a16:creationId xmlns:a16="http://schemas.microsoft.com/office/drawing/2014/main" id="{B09239E0-E566-0CC5-80FF-06EBD8BD5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110" y="4904175"/>
            <a:ext cx="1667520" cy="1629621"/>
          </a:xfrm>
          <a:prstGeom prst="rect">
            <a:avLst/>
          </a:prstGeom>
        </p:spPr>
      </p:pic>
      <p:pic>
        <p:nvPicPr>
          <p:cNvPr id="153" name="Imagen 152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D227B2D2-7739-5185-F80B-891F9EF347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118" y="5250728"/>
            <a:ext cx="1364106" cy="136410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20B40CE3-1BC7-43D6-E1EE-9E5586E5E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616301">
            <a:off x="9552417" y="5254128"/>
            <a:ext cx="1296136" cy="125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51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417A-FCF8-332A-2EDA-152C7B8AB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070D755-6085-CCF7-F594-E9B766B010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2A3F78-A644-5272-22E2-84939EBC4DBC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27143589-2F2B-BCE0-EF27-DCD8F0A0B187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3AFE6C4F-59BE-AE2E-3353-4D5D7688FBA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DCCA2B8F-F81C-A219-D544-7ABF9136F14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DF78AF49-65F7-DB09-33D3-0783E7A29E6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3AC7C8B9-7655-3C96-D34D-57B297431F5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237E4C20-957F-B16B-B5E3-7DCB964BBCF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EB43D0BF-290D-B47F-BA40-5F6FCC34AFE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A844C073-FED2-B71B-F217-F1A20002B3F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19E8E04B-2A73-AE88-C326-D62CD949ADE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25CDF39C-4EBF-49CF-CD92-62119259790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05D16A3C-5B7A-B579-E5AC-25F0E45967E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557ACC57-1A5D-2676-2C3D-93D7F50201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626EC986-4B6E-0AEA-DE9C-C193EDE9004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8B167FD9-CF98-A4D3-9BC6-61C5F45329F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55D57773-8A37-DFFB-3B9A-4A0FAF0645A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85A565EA-6D64-8FC1-377D-3A2EF043E2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D1672540-9A6D-8C56-80E9-158E819053C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44062017-CCE8-4913-7144-CDF69F6BC7A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13119678-F78B-D311-7624-1494B791903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144F75CB-03E0-58E6-00DB-2ACD46693B5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D93E3CAB-E0A5-2C15-5744-49E0AA8ABFF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EEA2B5F6-3FD1-65DD-B9FE-A95B3B4EB93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4EF73059-21F5-E20A-3904-DB2C4F30437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CB16A305-1638-C084-F9FB-75F5080A111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064DD7FF-B47A-4EFC-C901-6FC3736E438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63167CC-741E-1F6B-EE2E-00C66846449A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9B89A901-1873-2766-5F73-C8CDCBE0B7E1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8D651672-B680-F780-A6BC-334C9E58CEF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9362E0B-480E-63F9-6DBE-E0C3FE6606F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53F343B4-6B0B-97EB-DB8F-E63754E3695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128AA1BF-2F42-0319-05D4-389FB259136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7F5B8F7F-8B2C-9DEF-D2EB-8EF1ED84DD0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B63F88D4-52BC-285E-C456-9785708B82B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DEDFD12-29FA-9ED7-1CF0-4948BAA46C9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BDE7A4B6-92FE-CFD9-DF31-C12533681AE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DC8BC4A2-10C3-D52B-85C3-59B3E93D002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EA3FCEF4-0C6D-2D90-484E-CCC78ADD759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87FE1A0E-C25B-DF6E-FF8B-FCA7D3373F0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F1D33C5C-EC57-6D68-B875-72DEA1687C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CF047358-C7FD-79B7-302E-28A9E0E6470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63F01EED-9649-ABF3-133A-E67334BFABA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3A1C665-04AE-B42F-42F1-24A362273EB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A29E4F75-C3F6-1D9D-72A7-903D7837270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2941130B-A054-3B88-D2C3-8D1717A613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6A315EF0-11E2-438E-9F6D-AA5A478C2C3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1477E1F3-04BB-8337-423B-9E9AA4F9B6F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10E6D522-6C58-413D-ED2E-C0C84FF4CDF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FCAD3813-E95D-9A9C-16B7-26D608F0FA9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E55566BA-0A2E-2F66-B71C-09B01230207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5BD3C83C-C1AA-9173-94FB-FD381BA9167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026D7C75-18D8-279C-FF72-C90656C9B85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D9E1FFD1-2837-459F-620D-190FDCEB57CB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3546CF3D-5D44-90CB-3E10-685F93A4C39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BC10D1EA-55D6-873B-31E2-8DA18F7311D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D727AED3-FE0C-ED0C-07CD-6FAD0C85FDD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3586A373-51CE-B6A8-CB33-7D171EDA6DA9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79351F85-D191-5629-DC31-196346A3F30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7323A683-D340-AFA3-B966-F5BDC6AC5A8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754B8BF5-2A50-2C0D-E192-BCFDA994A61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C338884F-3FDE-6DD9-5588-66E3450A8AA8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7233B60B-6C15-2D27-6957-F5ADFB4088E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922108F7-2DB5-F2A3-7DD8-A4403659220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E46FA27A-CAEC-F494-D439-B4EF0956EDA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90EFA3BF-C8C7-D26D-DB75-FF7B4EE09382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7DFEA566-1DBB-5618-AA66-754E6257CDF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04654496-3884-5B09-080C-428CD6C16F3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20435E46-24AB-C06F-A727-970D3CE8AAE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8E2DFCAD-8CC9-5166-AD63-07D2DAACC9A6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3E1BD389-0274-F08D-A426-F2E7248888E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D7E479CC-7A82-7F47-30BD-93D07798B79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49BFCCB6-5A05-75C2-C19D-D690EE9EF9D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06E4DCD1-62C8-8636-43D7-192E1B12C405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73E210F9-70EA-2176-3C39-6D27205A6DC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DE7C4165-4321-F067-F931-A7C91F82FD6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9BB3388D-9897-5F59-BD52-3DB09ED4C5E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76A2B7CA-C39D-5D97-C4BA-F0DFDF4B926A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8F97F5B7-160E-E412-3890-59BE8B79729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45286953-417D-5279-EF4A-8C9A90F32A3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812DA8B7-8947-A5C8-84C6-CD2FD437E2D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FD2B561E-FBF2-5531-2C74-28E68E2FC22E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FF359095-37D8-7E59-1164-624F2AEB11F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97522CFD-238D-06C1-67AD-A80E365B1F2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1DE7385D-53E8-7EED-DB54-60BCEE6DA7D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5EEB788E-7FE4-C8B3-8CF2-8B9959FA1484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3D60A03A-44AB-F6D4-2646-703DA6432B3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EFB7036E-410E-AC00-EAA8-1F79E7FB6BB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0F3E1CCE-99FE-8ACF-F290-9C0EEC690E4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80EFA70C-5641-483E-6176-CEB6281532B3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4AA91DD9-53B6-1C68-4A38-EB9FEBB8537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C471F38B-49E3-C7C9-F1F1-0094E1999DA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D095FF61-AF36-E041-4A06-A839E49306E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D667B6EE-E3D7-14C8-CEC2-09A9EA430198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C356CAB8-76BC-F162-FDC7-D0E5E8A7F70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B7F28990-23AD-9B85-C86F-5298A5CC7E6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1360BCCB-C628-CD76-C5A5-5EF353C885B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9AF95432-F627-0CAA-0C18-FFEDB7473C16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3E674AC8-6F74-DBF1-646E-76956A35B5A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FC713E2B-4F74-B075-4572-69D6BB2091D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AFEC1125-E3EE-0C91-B30C-78239E33C51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0F011475-8220-1029-C54D-7B13CBE959A2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879B0C87-E276-3C56-C188-3794C8B87FD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5EDEFEF1-D726-EAB5-1DAB-D0FB03D9468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61BD2997-B295-B5A4-6E81-A96F68CE628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EB45068A-1BFD-4B38-FEAA-C440F05D8477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30AD8F89-C82C-CAD6-09AA-B488BF7B29B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5FA9F445-946C-AB1E-1001-14D5AA159B6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51D3E08B-677C-B195-E89E-4CCF1960052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05CA0C35-0168-4B18-8787-DC9682CB960B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4DB658A7-DB57-3E3B-8B40-344D065DFE0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E19D65F9-D0BD-069F-ECC4-E3F5EB1E760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55EB5378-C7E4-6ABD-0DC9-52CDA4204D4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3E571A99-DD30-68CE-56D1-B5F410BCAD96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60267996-9291-AB66-7FB8-AD6296D7ABF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AE7155FB-A920-172A-2AEB-1D27B6BF441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D7BA937D-D4D1-BB7E-DE2A-FD977F132DA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7340471F-26C1-E79A-F1F4-78A96A9E13D6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FAB7A32D-DE7E-4079-1EF3-7003A9E5EF5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33F4041F-AD19-78B6-49DB-9053B67A6C0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A49A0A75-9550-8864-080E-29F9C35C1A8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80C1E6B5-FC73-BB22-6CF6-60D53D5BD191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CCC9803D-2FCE-27DE-3C28-0D72D083459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478F2E37-C58F-F12F-54E1-A34BD318624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7016173E-D5BB-6D79-3CAD-ED4C4B920BB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3409F8F2-4F7D-CC2A-320D-D4B0448A1C58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99A9E633-1E49-9300-60ED-FA6F3C1E1F7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90A70612-D4EC-D3AB-A965-72C170CD345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42643C2D-4738-0B95-6203-28333997DC2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3DEF5A44-DA18-92FB-74D4-B5ED313786BF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01ACA983-2CB6-94C9-7254-C957FD09B32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59E67B26-2A03-F316-B2B4-E1B39AF3AF9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E9334E49-EF03-E92C-59BF-B6FDCAC3E65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FAEB749C-A9F8-B7F4-7E16-34A0E25900AC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B19E1D73-E0FA-4726-F3C2-97C0939119F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24DBDFB9-9E4C-72E3-1371-515EA5FB560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74C50CE1-5160-901A-E116-0EBCFD697FB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772A8B91-0CD5-B62D-1057-96A2EFA59FAC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A603099E-B6BC-A863-9094-45D2BAF902B6}"/>
              </a:ext>
            </a:extLst>
          </p:cNvPr>
          <p:cNvSpPr/>
          <p:nvPr/>
        </p:nvSpPr>
        <p:spPr>
          <a:xfrm rot="5400000">
            <a:off x="11255572" y="3820689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8B534B91-D7DE-71ED-FF2B-AA062825B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855" y="-70325"/>
            <a:ext cx="1296136" cy="1250596"/>
          </a:xfrm>
          <a:prstGeom prst="rect">
            <a:avLst/>
          </a:prstGeom>
        </p:spPr>
      </p:pic>
      <p:pic>
        <p:nvPicPr>
          <p:cNvPr id="17" name="Imagen 16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5E1623E4-E887-0A42-49DE-91A1D47CB4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89936">
            <a:off x="10875475" y="-90155"/>
            <a:ext cx="1296136" cy="1250596"/>
          </a:xfrm>
          <a:prstGeom prst="rect">
            <a:avLst/>
          </a:prstGeom>
        </p:spPr>
      </p:pic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E4B56855-EEE3-4186-D02C-199ABDA9B03D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F3664041-EB1D-23F9-1D96-167196883973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pic>
        <p:nvPicPr>
          <p:cNvPr id="28" name="Imagen 27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A6C6589C-F011-FD2C-8D2D-D1C2EB756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216273">
            <a:off x="2281921" y="2496290"/>
            <a:ext cx="1310072" cy="98255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2F081600-94A2-4AB0-785D-EEA470397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963" y="984820"/>
            <a:ext cx="35121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🔧 </a:t>
            </a:r>
            <a:r>
              <a:rPr kumimoji="0" lang="es-CL" altLang="es-C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Comandos esenciales de Git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AFD0174B-D888-1D56-5A84-C83EEE77D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310579"/>
              </p:ext>
            </p:extLst>
          </p:nvPr>
        </p:nvGraphicFramePr>
        <p:xfrm>
          <a:off x="6732686" y="806104"/>
          <a:ext cx="4994992" cy="5634109"/>
        </p:xfrm>
        <a:graphic>
          <a:graphicData uri="http://schemas.openxmlformats.org/drawingml/2006/table">
            <a:tbl>
              <a:tblPr/>
              <a:tblGrid>
                <a:gridCol w="2497496">
                  <a:extLst>
                    <a:ext uri="{9D8B030D-6E8A-4147-A177-3AD203B41FA5}">
                      <a16:colId xmlns:a16="http://schemas.microsoft.com/office/drawing/2014/main" val="2705919768"/>
                    </a:ext>
                  </a:extLst>
                </a:gridCol>
                <a:gridCol w="2497496">
                  <a:extLst>
                    <a:ext uri="{9D8B030D-6E8A-4147-A177-3AD203B41FA5}">
                      <a16:colId xmlns:a16="http://schemas.microsoft.com/office/drawing/2014/main" val="366313569"/>
                    </a:ext>
                  </a:extLst>
                </a:gridCol>
              </a:tblGrid>
              <a:tr h="471191">
                <a:tc>
                  <a:txBody>
                    <a:bodyPr/>
                    <a:lstStyle/>
                    <a:p>
                      <a:r>
                        <a:rPr lang="es-CL" sz="1600" dirty="0" err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</a:t>
                      </a:r>
                      <a:r>
                        <a:rPr lang="es-CL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 log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Muestra el historial de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commits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153596"/>
                  </a:ext>
                </a:extLst>
              </a:tr>
              <a:tr h="876353">
                <a:tc>
                  <a:txBody>
                    <a:bodyPr/>
                    <a:lstStyle/>
                    <a:p>
                      <a:r>
                        <a:rPr lang="es-CL" sz="1600" dirty="0" err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</a:t>
                      </a:r>
                      <a:r>
                        <a:rPr lang="es-CL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 </a:t>
                      </a:r>
                      <a:r>
                        <a:rPr lang="es-CL" sz="1600" dirty="0" err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diff</a:t>
                      </a:r>
                      <a:endParaRPr lang="es-CL" sz="1600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Muestra las diferencias entre archivos modificados.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205682"/>
                  </a:ext>
                </a:extLst>
              </a:tr>
              <a:tr h="471191">
                <a:tc>
                  <a:txBody>
                    <a:bodyPr/>
                    <a:lstStyle/>
                    <a:p>
                      <a:r>
                        <a:rPr lang="es-CL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 branch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Lista las ramas existentes.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9369345"/>
                  </a:ext>
                </a:extLst>
              </a:tr>
              <a:tr h="471191">
                <a:tc>
                  <a:txBody>
                    <a:bodyPr/>
                    <a:lstStyle/>
                    <a:p>
                      <a:r>
                        <a:rPr lang="es-CL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 branch [nombre]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Crea una nueva rama.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62778"/>
                  </a:ext>
                </a:extLst>
              </a:tr>
              <a:tr h="268610">
                <a:tc>
                  <a:txBody>
                    <a:bodyPr/>
                    <a:lstStyle/>
                    <a:p>
                      <a:r>
                        <a:rPr lang="es-CL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 checkout [rama]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Cambia a otra rama.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4855689"/>
                  </a:ext>
                </a:extLst>
              </a:tr>
              <a:tr h="471191">
                <a:tc>
                  <a:txBody>
                    <a:bodyPr/>
                    <a:lstStyle/>
                    <a:p>
                      <a:r>
                        <a:rPr lang="es-CL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 merge [rama]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Une una rama con la actual.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697124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r>
                        <a:rPr lang="es-CL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 pull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Descarga y fusiona cambios desde el repositorio remoto.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9718870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r>
                        <a:rPr lang="es-CL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 push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Envía tus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commits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 al repositorio remoto.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19597"/>
                  </a:ext>
                </a:extLst>
              </a:tr>
              <a:tr h="876353">
                <a:tc>
                  <a:txBody>
                    <a:bodyPr/>
                    <a:lstStyle/>
                    <a:p>
                      <a:r>
                        <a:rPr lang="es-CL" sz="16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git remote -v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Muestra las direcciones remotas asociadas al repositorio.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392891"/>
                  </a:ext>
                </a:extLst>
              </a:tr>
            </a:tbl>
          </a:graphicData>
        </a:graphic>
      </p:graphicFrame>
      <p:pic>
        <p:nvPicPr>
          <p:cNvPr id="2053" name="Picture 5" descr="Logos Download | Git">
            <a:extLst>
              <a:ext uri="{FF2B5EF4-FFF2-40B4-BE49-F238E27FC236}">
                <a16:creationId xmlns:a16="http://schemas.microsoft.com/office/drawing/2014/main" id="{D2609438-750B-8FE1-2264-A72929433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360" y="470039"/>
            <a:ext cx="1017559" cy="423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A9E6A3A1-ED84-5516-C4BE-D8D717348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110337"/>
              </p:ext>
            </p:extLst>
          </p:nvPr>
        </p:nvGraphicFramePr>
        <p:xfrm>
          <a:off x="838431" y="1439133"/>
          <a:ext cx="4994992" cy="4548661"/>
        </p:xfrm>
        <a:graphic>
          <a:graphicData uri="http://schemas.openxmlformats.org/drawingml/2006/table">
            <a:tbl>
              <a:tblPr/>
              <a:tblGrid>
                <a:gridCol w="2497496">
                  <a:extLst>
                    <a:ext uri="{9D8B030D-6E8A-4147-A177-3AD203B41FA5}">
                      <a16:colId xmlns:a16="http://schemas.microsoft.com/office/drawing/2014/main" val="2219452783"/>
                    </a:ext>
                  </a:extLst>
                </a:gridCol>
                <a:gridCol w="2497496">
                  <a:extLst>
                    <a:ext uri="{9D8B030D-6E8A-4147-A177-3AD203B41FA5}">
                      <a16:colId xmlns:a16="http://schemas.microsoft.com/office/drawing/2014/main" val="1054114294"/>
                    </a:ext>
                  </a:extLst>
                </a:gridCol>
              </a:tblGrid>
              <a:tr h="268610">
                <a:tc>
                  <a:txBody>
                    <a:bodyPr/>
                    <a:lstStyle/>
                    <a:p>
                      <a:r>
                        <a:rPr lang="es-CL" sz="1600" dirty="0">
                          <a:latin typeface="Comic Sans MS" panose="030F0702030302020204" pitchFamily="66" charset="0"/>
                        </a:rPr>
                        <a:t>Comando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CL" sz="1600">
                          <a:latin typeface="Comic Sans MS" panose="030F0702030302020204" pitchFamily="66" charset="0"/>
                        </a:rPr>
                        <a:t>Explicación breve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760769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r>
                        <a:rPr lang="es-CL" sz="1600" dirty="0" err="1">
                          <a:latin typeface="Comic Sans MS" panose="030F0702030302020204" pitchFamily="66" charset="0"/>
                        </a:rPr>
                        <a:t>git</a:t>
                      </a:r>
                      <a:r>
                        <a:rPr lang="es-CL" sz="1600" dirty="0">
                          <a:latin typeface="Comic Sans MS" panose="030F0702030302020204" pitchFamily="66" charset="0"/>
                        </a:rPr>
                        <a:t> </a:t>
                      </a:r>
                      <a:r>
                        <a:rPr lang="es-CL" sz="1600" dirty="0" err="1">
                          <a:latin typeface="Comic Sans MS" panose="030F0702030302020204" pitchFamily="66" charset="0"/>
                        </a:rPr>
                        <a:t>init</a:t>
                      </a:r>
                      <a:endParaRPr lang="es-CL" sz="1600" dirty="0">
                        <a:latin typeface="Comic Sans MS" panose="030F0702030302020204" pitchFamily="66" charset="0"/>
                      </a:endParaRP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Comic Sans MS" panose="030F0702030302020204" pitchFamily="66" charset="0"/>
                        </a:rPr>
                        <a:t>Crea un repositorio Git en la carpeta actual.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179764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r>
                        <a:rPr lang="es-CL" sz="1600" dirty="0" err="1">
                          <a:latin typeface="Comic Sans MS" panose="030F0702030302020204" pitchFamily="66" charset="0"/>
                        </a:rPr>
                        <a:t>git</a:t>
                      </a:r>
                      <a:r>
                        <a:rPr lang="es-CL" sz="1600" dirty="0">
                          <a:latin typeface="Comic Sans MS" panose="030F0702030302020204" pitchFamily="66" charset="0"/>
                        </a:rPr>
                        <a:t> clone [URL]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Comic Sans MS" panose="030F0702030302020204" pitchFamily="66" charset="0"/>
                        </a:rPr>
                        <a:t>Clona un repositorio remoto en tu equipo.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3577786"/>
                  </a:ext>
                </a:extLst>
              </a:tr>
              <a:tr h="876353">
                <a:tc>
                  <a:txBody>
                    <a:bodyPr/>
                    <a:lstStyle/>
                    <a:p>
                      <a:r>
                        <a:rPr lang="es-CL" sz="1600" dirty="0" err="1">
                          <a:latin typeface="Comic Sans MS" panose="030F0702030302020204" pitchFamily="66" charset="0"/>
                        </a:rPr>
                        <a:t>git</a:t>
                      </a:r>
                      <a:r>
                        <a:rPr lang="es-CL" sz="1600" dirty="0">
                          <a:latin typeface="Comic Sans MS" panose="030F0702030302020204" pitchFamily="66" charset="0"/>
                        </a:rPr>
                        <a:t> status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Comic Sans MS" panose="030F0702030302020204" pitchFamily="66" charset="0"/>
                        </a:rPr>
                        <a:t>Muestra el estado de los archivos (nuevos, modificados, etc.).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768454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r>
                        <a:rPr lang="es-CL" sz="1600">
                          <a:latin typeface="Comic Sans MS" panose="030F0702030302020204" pitchFamily="66" charset="0"/>
                        </a:rPr>
                        <a:t>git add [archivo]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latin typeface="Comic Sans MS" panose="030F0702030302020204" pitchFamily="66" charset="0"/>
                        </a:rPr>
                        <a:t>Agrega archivos al área de preparación (staging).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5626973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r>
                        <a:rPr lang="es-CL" sz="1600" dirty="0" err="1">
                          <a:latin typeface="Comic Sans MS" panose="030F0702030302020204" pitchFamily="66" charset="0"/>
                        </a:rPr>
                        <a:t>git</a:t>
                      </a:r>
                      <a:r>
                        <a:rPr lang="es-CL" sz="1600" dirty="0">
                          <a:latin typeface="Comic Sans MS" panose="030F0702030302020204" pitchFamily="66" charset="0"/>
                        </a:rPr>
                        <a:t> </a:t>
                      </a:r>
                      <a:r>
                        <a:rPr lang="es-CL" sz="1600" dirty="0" err="1">
                          <a:latin typeface="Comic Sans MS" panose="030F0702030302020204" pitchFamily="66" charset="0"/>
                        </a:rPr>
                        <a:t>add</a:t>
                      </a:r>
                      <a:r>
                        <a:rPr lang="es-CL" sz="1600" dirty="0">
                          <a:latin typeface="Comic Sans MS" panose="030F0702030302020204" pitchFamily="66" charset="0"/>
                        </a:rPr>
                        <a:t> 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Comic Sans MS" panose="030F0702030302020204" pitchFamily="66" charset="0"/>
                        </a:rPr>
                        <a:t>Agrega </a:t>
                      </a:r>
                      <a:r>
                        <a:rPr lang="es-ES" sz="1600" b="1" dirty="0">
                          <a:latin typeface="Comic Sans MS" panose="030F0702030302020204" pitchFamily="66" charset="0"/>
                        </a:rPr>
                        <a:t>todos</a:t>
                      </a:r>
                      <a:r>
                        <a:rPr lang="es-ES" sz="1600" dirty="0">
                          <a:latin typeface="Comic Sans MS" panose="030F0702030302020204" pitchFamily="66" charset="0"/>
                        </a:rPr>
                        <a:t> los archivos modificados.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08525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r>
                        <a:rPr lang="es-CL" sz="1600" dirty="0" err="1">
                          <a:latin typeface="Comic Sans MS" panose="030F0702030302020204" pitchFamily="66" charset="0"/>
                        </a:rPr>
                        <a:t>git</a:t>
                      </a:r>
                      <a:r>
                        <a:rPr lang="es-CL" sz="1600" dirty="0">
                          <a:latin typeface="Comic Sans MS" panose="030F0702030302020204" pitchFamily="66" charset="0"/>
                        </a:rPr>
                        <a:t> commit -m "mensaje"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latin typeface="Comic Sans MS" panose="030F0702030302020204" pitchFamily="66" charset="0"/>
                        </a:rPr>
                        <a:t>Guarda los cambios con un mensaje descriptivo.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202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22396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FA24-388E-A21E-126D-822DB0BD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7465E94-93B3-5D1A-9FA2-3373F636FA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1DCC26-1D37-D450-D792-90871FA34DAB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69EFD620-819E-EE24-4FF7-D168F570D95E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170FB803-7B2E-3286-E660-9B213DBA7F5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B6BBD841-6812-66D5-015A-1746521D057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470A5D7E-6B65-570E-56F8-692B74EE6EA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8838C1E5-24BF-DAEC-0F93-BDCCDC4B427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D4980D8A-370F-98F7-55FE-8835DD0C9E5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541A17E9-62AB-FCDB-84D0-A14BAE3230F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A6D27422-3267-7CB3-B4BF-3A6E7B180BC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1B13DE3D-7CC0-15D8-67F7-153FA4DC0F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CAC6DCC6-113C-6504-699D-06B350F87C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967E0622-A375-C15D-D152-6B299E0491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417760FE-19A2-F08E-7DAD-108CAB889FE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26FF4DB7-1725-B781-B180-217881E1958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39FBBD7B-620D-E583-6D9B-8DC3ADB23E1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55788F96-42A3-9FE8-DBD9-48EFE2F68D6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AFF3393F-C9CA-FF69-B2A2-2F17E1353D9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1F5F332E-4688-A865-EA21-00902D66AC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B754D5FE-CC67-D693-B90B-043DC14C018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00DF3BF4-F7CB-94C0-3C5D-F3EC6178E62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8727AB3A-7C09-3852-A7BF-84F63FC91AC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B0C50A01-DF42-BCB7-2944-7D87F7382EE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DB2069AB-96F8-B4C8-D937-45CA0C9C99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33743596-7562-9F13-C759-58F7F52C57D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6E5D09DD-B4AF-C3E9-AD72-23C46C52BFA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6F2CEAFE-25C0-B8D6-7FB2-DB5A65AC0DE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1874530-8C6E-2690-4989-3AF5D00B8DE6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F9682A30-4528-6F10-85C2-1B3246A87A1D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72AE8DFB-E4D6-00BC-B434-CB3F892377F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50772853-F7B9-EF31-B0FA-14478F4892D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3303B6BD-51C4-4863-4231-6D499D12C68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C5B76181-CA5C-19A5-0EC4-8410A119B29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D6C542F0-FFE2-CF5E-5687-D796FA34732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9D4D1855-A4EA-C77E-B77C-20FC5FAFAAA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49DED7F1-BD61-3576-6E39-A55E4543AC6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176EB671-A231-56A7-CAE8-8CE59257945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65BCFA5E-3575-955F-90EE-7FDB85C9BF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F0E0866B-92CA-5DE1-B87F-3ABA8118C50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FFF8FE8C-1361-03B8-B5FF-5ACA5B4763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68C4A5B9-2441-0039-3957-2CF7505D10A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447F08E9-3740-9E86-D3BC-EC2270FCFA2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4326F953-A9FD-1E93-7462-C3FCB5648E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852C419-BF15-E9F5-E898-0CE96C219BD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D9AFD15-78D7-C13C-C9AB-16BDC0864E3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1CEF9DFE-A1FD-0854-59F9-C68B7E0A9C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945BA8B9-F5B5-EFBA-0B1E-4ADE83F6F0B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9B2A486-F9F4-1EEE-4BA4-14160FDF91A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8EF56FC5-9F73-BA02-2B74-FD7EA945D8F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AF8D23B-CB0E-DBC1-EB0E-D1F71D894C0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30DF6F8F-4762-3218-B595-478A0151085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91AC9B95-32C9-00C2-1BFE-F9DF4CAFC98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1B79EBD-66BC-9858-DCE7-C3F5B8C0C53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B203C7F5-57AA-A6B9-130B-409B889526E8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72137122-AEDA-D15C-ABC2-CB1173E33D6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3379F532-783F-6228-4D40-2FEA82BE703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158CF06E-ABE7-88F6-5434-4C34A323154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41687448-15EE-340A-8144-037137291FC7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D0A7CB47-1E4B-D417-C6C8-A6062C84D14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A8D47443-DEE8-F004-54CE-E0E08395334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FACC811B-D7CB-9B95-352C-CC036BC7F61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6D0BC978-C7FE-00DD-A4E8-06BEC05ADE52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15C83C2E-FC44-B8A1-14AB-5C1FDE919D8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A5C82A81-2F27-CBD5-40AB-D36F5353244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8DEF180F-5EB8-ABF9-3E07-73685C8580B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C578D1F4-A914-6413-998F-EAD009B2666C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E738EE74-658E-E3B8-9420-59591105BA8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06004DA6-762A-C7F0-E82A-A3E1F9CDD7A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5296D8CC-BC32-32A5-7B3C-894A8F300E8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F6D879F-FC68-CECD-AC49-14DAA1B23322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25D6EBC8-83DC-5FEC-0515-0CF4B49175A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B5F8C0DE-B20E-DC65-668D-A621B738260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63A1D139-6BBD-6C43-43F4-613CF09BCF7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5408327-FA62-5DCD-583A-76B18BDEBAF9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C1C61E36-047E-B6B3-C075-969FADAA54F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382CBB3A-F51D-5191-7891-98242A6E205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67B84337-5D92-CD53-F17E-D5EAC7C6C18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4346E8FD-FE01-4DCD-82EF-DC80DF3E197C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E940B560-656C-57A1-CCD6-B7C1A46DE46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9994D7D8-DAF6-09F3-B978-36089FFB31C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FF4E033D-11BD-CD53-E0B9-03645FCF616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EDB43DEB-5EFA-0314-AB63-0A8FF866436C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D2584A29-30D9-022F-F3F4-5B7C9FAB399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96CEA683-B1FE-1DB1-FE24-5435384730E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B80B5B59-74A9-4A3B-7880-CBC4A6E5C29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FB940DB3-5F47-8E34-8CBB-45989278E3BA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16419F38-1674-049A-7432-B3880885324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0C3FE850-47EF-45DC-2405-3CD2A26D339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D75513A8-5B21-D2B0-54E9-5534A6E447E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9053A581-5FD4-EA01-0CEB-C5A9A7E6EE61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3FC06D33-F316-8118-2698-1500832390B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8478485B-16BE-FCF8-AA0B-CC6EB7E86C6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4B30DD86-4F4A-E058-AF69-8412512933B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96F000BE-20D3-2F0C-1617-CB889F2FB3EC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F8BDDA93-D43F-2991-AE7D-F45EF72A149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6B362931-1119-1198-2821-44CC474ACBD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33A92037-3315-A727-3DBE-6B514F1B3FA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B35DA506-535F-4475-98BB-0D04DBE01C67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DA2BF2DB-8866-4F47-CCFE-96BEB1B8C8C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A773AFC8-EE89-B050-D0DC-82C40FB1474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F4381B1E-934B-F55E-3245-2EDD0CCE849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0D5B6BF0-EEC1-F210-46AD-E00C34294981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45878A93-5389-6F62-7A24-023496EFEDB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89D281E1-6F1E-F9C2-2838-1E34FE98EA1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E2936950-50C2-1AC8-74C7-97F98C116D5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C52B8142-56A2-7569-F058-5F1C2029C71C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C53375C2-8186-397F-9124-4C8F2992FC6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5E5EAE27-52F9-2A06-6C3D-390AF8D5EB7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6ED8DB44-6340-5FBC-2B98-82DCB715596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5F203927-F93E-6DAD-6CED-A57A24C9C3E8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8054956C-D43A-2B4E-38DC-C6D087181C5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A75D6264-9604-6DC4-85BF-56710B6F7BC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26E4B59D-4FAA-A0FE-1AB2-3C1570C1FF7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D75A9EE1-F448-7C66-B19B-82854B36682B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81915423-8CE4-150C-B755-2365DAA9779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1E0DD969-9119-20FC-0DA8-950DE84D57E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786DB764-D416-C321-D5CC-0E80EBF8700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97F66D0C-1393-D23F-1FD4-E30CB1449ABD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06660560-4B5D-A90A-A89E-FF6D2B601E8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9CBB200F-3D61-2508-78D8-338C814A91E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6FE35334-874B-CD58-B4F1-C17180B714C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CEF87508-3F4E-036F-A054-4638F7F9C770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3CC38BAA-E77A-A1D2-D729-3A9329CC0E8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3FFF1F5B-1A11-3F7E-175F-22BA07E19C6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29ECB52D-5F26-8C6A-193C-C7C298C5B3B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C6A7E07D-A5F8-7648-9419-2FF008A3C2F6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86B78622-188B-5F96-E8DF-6111DAF8ABB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98E960FF-D0B0-4FC1-5483-F69107A2307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C12542F0-D596-004C-2FC6-00FF1B147A6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16BA488E-13EA-48C2-5CE9-47F12CE81E25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8AAC0AFD-7D95-9542-3FE1-E3F76D61B3B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F40A3426-7E93-1189-3BB8-A259E34B4D6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AA0E71F0-B1B7-F318-9FA5-5D057219CAE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80EB72D3-BD0B-DD71-09FA-C8A2374511C0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3F256240-99FB-5B37-D544-1BC021B62C1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8FF69352-D004-596D-D335-94684F8A374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EDE9ACAF-6A86-3A84-0757-41526CB5709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8B039257-F62B-C7EB-597D-ED71D8F087B4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7946526-3A6C-5B8C-A48C-76E4D5355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70" y="5307664"/>
            <a:ext cx="1296136" cy="1250596"/>
          </a:xfrm>
          <a:prstGeom prst="rect">
            <a:avLst/>
          </a:prstGeom>
        </p:spPr>
      </p:pic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0209F17D-F4DC-AF5E-3073-28ACC0212D36}"/>
              </a:ext>
            </a:extLst>
          </p:cNvPr>
          <p:cNvSpPr/>
          <p:nvPr/>
        </p:nvSpPr>
        <p:spPr>
          <a:xfrm rot="16200000" flipH="1">
            <a:off x="-407577" y="3820690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6A64BC99-6AF4-BB15-7B1C-E9EC038157BA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6" name="Rectángulo: esquinas superiores redondeadas 5">
            <a:extLst>
              <a:ext uri="{FF2B5EF4-FFF2-40B4-BE49-F238E27FC236}">
                <a16:creationId xmlns:a16="http://schemas.microsoft.com/office/drawing/2014/main" id="{129E32BC-AFD5-729F-0E97-137C6BF235AE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pic>
        <p:nvPicPr>
          <p:cNvPr id="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E3890345-8D1B-431C-CF66-0AFAFE0CF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20" y="5475290"/>
            <a:ext cx="493004" cy="4930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AB3D344-971F-8F76-853B-492266C75C64}"/>
              </a:ext>
            </a:extLst>
          </p:cNvPr>
          <p:cNvSpPr txBox="1"/>
          <p:nvPr/>
        </p:nvSpPr>
        <p:spPr>
          <a:xfrm>
            <a:off x="822198" y="1951443"/>
            <a:ext cx="47395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Comic Sans MS" panose="030F0702030302020204" pitchFamily="66" charset="0"/>
              </a:rPr>
              <a:t>En esta clase, </a:t>
            </a:r>
            <a:r>
              <a:rPr lang="es-ES" sz="1600" b="1" dirty="0">
                <a:latin typeface="Comic Sans MS" panose="030F0702030302020204" pitchFamily="66" charset="0"/>
              </a:rPr>
              <a:t>se explora</a:t>
            </a:r>
            <a:r>
              <a:rPr lang="es-ES" sz="1600" dirty="0">
                <a:latin typeface="Comic Sans MS" panose="030F0702030302020204" pitchFamily="66" charset="0"/>
              </a:rPr>
              <a:t> el potencial de la IA generativa con ChatGPT. </a:t>
            </a:r>
            <a:r>
              <a:rPr lang="es-ES" sz="1600" b="1" dirty="0">
                <a:latin typeface="Comic Sans MS" panose="030F0702030302020204" pitchFamily="66" charset="0"/>
              </a:rPr>
              <a:t>Aprendes</a:t>
            </a:r>
            <a:r>
              <a:rPr lang="es-ES" sz="1600" dirty="0">
                <a:latin typeface="Comic Sans MS" panose="030F0702030302020204" pitchFamily="66" charset="0"/>
              </a:rPr>
              <a:t> que los </a:t>
            </a:r>
            <a:r>
              <a:rPr lang="es-ES" sz="1600" dirty="0" err="1">
                <a:latin typeface="Comic Sans MS" panose="030F0702030302020204" pitchFamily="66" charset="0"/>
              </a:rPr>
              <a:t>LLMs</a:t>
            </a:r>
            <a:r>
              <a:rPr lang="es-ES" sz="1600" dirty="0">
                <a:latin typeface="Comic Sans MS" panose="030F0702030302020204" pitchFamily="66" charset="0"/>
              </a:rPr>
              <a:t> impulsan herramientas como ChatGPT. </a:t>
            </a:r>
            <a:r>
              <a:rPr lang="es-ES" sz="1600" b="1" dirty="0">
                <a:latin typeface="Comic Sans MS" panose="030F0702030302020204" pitchFamily="66" charset="0"/>
              </a:rPr>
              <a:t>Ves</a:t>
            </a:r>
            <a:r>
              <a:rPr lang="es-ES" sz="1600" dirty="0">
                <a:latin typeface="Comic Sans MS" panose="030F0702030302020204" pitchFamily="66" charset="0"/>
              </a:rPr>
              <a:t> cómo acceder y usar ChatGPT (¡conviene iniciar sesión!). </a:t>
            </a:r>
            <a:r>
              <a:rPr lang="es-ES" sz="1600" b="1" dirty="0">
                <a:latin typeface="Comic Sans MS" panose="030F0702030302020204" pitchFamily="66" charset="0"/>
              </a:rPr>
              <a:t>Demuestras</a:t>
            </a:r>
            <a:r>
              <a:rPr lang="es-ES" sz="1600" dirty="0">
                <a:latin typeface="Comic Sans MS" panose="030F0702030302020204" pitchFamily="66" charset="0"/>
              </a:rPr>
              <a:t> sus capacidades creativas (¡mira esas poesías!) y prácticas (planificación de viajes, creación de contenido para blogs). También </a:t>
            </a:r>
            <a:r>
              <a:rPr lang="es-ES" sz="1600" b="1" dirty="0">
                <a:latin typeface="Comic Sans MS" panose="030F0702030302020204" pitchFamily="66" charset="0"/>
              </a:rPr>
              <a:t>aprendes</a:t>
            </a:r>
            <a:r>
              <a:rPr lang="es-ES" sz="1600" dirty="0">
                <a:latin typeface="Comic Sans MS" panose="030F0702030302020204" pitchFamily="66" charset="0"/>
              </a:rPr>
              <a:t> a editar y personalizar textos. La versión gratuita tiene límites, pero es útil para crear textos. ¡Aprovecha al máximo lo que </a:t>
            </a:r>
            <a:r>
              <a:rPr lang="es-ES" sz="1600" b="1" dirty="0">
                <a:latin typeface="Comic Sans MS" panose="030F0702030302020204" pitchFamily="66" charset="0"/>
              </a:rPr>
              <a:t>se explora</a:t>
            </a:r>
            <a:r>
              <a:rPr lang="es-ES" sz="1600" dirty="0">
                <a:latin typeface="Comic Sans MS" panose="030F0702030302020204" pitchFamily="66" charset="0"/>
              </a:rPr>
              <a:t>!</a:t>
            </a:r>
          </a:p>
        </p:txBody>
      </p:sp>
      <p:pic>
        <p:nvPicPr>
          <p:cNvPr id="1028" name="Picture 4" descr="Download Clear OpenAI ChatGPT Logo - Different ChatGPT Dimensions With  Variations - Chat GPT AI Hub">
            <a:extLst>
              <a:ext uri="{FF2B5EF4-FFF2-40B4-BE49-F238E27FC236}">
                <a16:creationId xmlns:a16="http://schemas.microsoft.com/office/drawing/2014/main" id="{4633A884-4AE8-2219-DEAF-E96A2B79D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894" y="616999"/>
            <a:ext cx="3437744" cy="101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🔥 Logo Gemini Ia PNG HD vector (AI, CDR, EPS, PDF, SVG)">
            <a:extLst>
              <a:ext uri="{FF2B5EF4-FFF2-40B4-BE49-F238E27FC236}">
                <a16:creationId xmlns:a16="http://schemas.microsoft.com/office/drawing/2014/main" id="{8F5FB380-3C2E-8C0F-76E7-3B44A8AAC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002" y="416034"/>
            <a:ext cx="2389457" cy="124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207E62B-9EAB-97DF-A28F-4549276ADE07}"/>
              </a:ext>
            </a:extLst>
          </p:cNvPr>
          <p:cNvSpPr txBox="1"/>
          <p:nvPr/>
        </p:nvSpPr>
        <p:spPr>
          <a:xfrm>
            <a:off x="6685025" y="1951689"/>
            <a:ext cx="521992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1600" b="0" i="0" dirty="0">
                <a:effectLst/>
                <a:latin typeface="Comic Sans MS" panose="030F0702030302020204" pitchFamily="66" charset="0"/>
              </a:rPr>
              <a:t>Piensa en ChatGPT y Gemini como dos aplicaciones de navegación GPS.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ChatGPT: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Es como un GPS con mapas muy detallados, pero que no se actualizan en tiempo real. Es excelente para rutas conocidas, pero puede perderse si hay cambios en el camino.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Gemini: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Es como un GPS conectado a internet, que recibe información del tráfico en tiempo real. Puede adaptarse a los cambios y encontrar la mejor ruta, pero a veces puede ser un poco menos preciso en los detalles.</a:t>
            </a:r>
          </a:p>
          <a:p>
            <a:pPr algn="just">
              <a:buNone/>
            </a:pPr>
            <a:r>
              <a:rPr lang="es-ES" sz="1600" b="0" i="0" dirty="0">
                <a:effectLst/>
                <a:latin typeface="Comic Sans MS" panose="030F0702030302020204" pitchFamily="66" charset="0"/>
              </a:rPr>
              <a:t>Ambos te llevarán a tu destino, pero cada uno tiene sus propias ventajas y desventajas</a:t>
            </a:r>
          </a:p>
        </p:txBody>
      </p:sp>
    </p:spTree>
    <p:extLst>
      <p:ext uri="{BB962C8B-B14F-4D97-AF65-F5344CB8AC3E}">
        <p14:creationId xmlns:p14="http://schemas.microsoft.com/office/powerpoint/2010/main" val="2643486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D51C8-0F56-F6DC-90DC-5812E9DCA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39EC1E3-9028-652D-70D6-3C96C68D67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08E4122-B7F6-FEFE-1364-74EC7680DEBF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ADFD04FE-0E16-B14F-8B93-0B7BBEFAD2A1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14E83CCB-768C-688A-C8D9-9B4FFDBC0E8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DB5F7F8A-E760-55CE-583B-B06A928284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065378FE-4229-6C3B-F245-6003BE29AD3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8C481B25-2BF2-ED9A-1B38-A76A2F7B4F9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37DD2DF2-4C83-DFB7-CEA0-70754FC3879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F1B58E02-121A-6CC2-0B92-E02C481C959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6993D410-56C8-BDFC-3C22-DFE00402F48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FD00BDF3-16DB-0637-0C76-B0DA98AF74F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0560733C-C5A8-18CD-9BCD-B166C7C9376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E95B36E-C0D5-E44E-D550-16C59E1BAD5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1FA7D294-EB5B-C7D8-2110-F80354004DA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25E955B9-3D0A-06B7-B5BE-F64356F56D9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6B15F21C-147A-D41D-45A8-4A424AF7715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610F724-C5B1-DF2D-D3F8-B530EA740F3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9611A230-D8B3-CA42-FBB1-4F5F02ABD19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A16B007F-11F3-66D4-275D-0DF9847D412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A5E1B841-6198-4883-6B20-CDA4C299423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1086898A-CD6C-FDAC-410E-75ABE0E92A5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F3989233-2D04-CF19-71D5-EAE58605B5F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5DC2204A-EE21-608B-33C0-8E126B0DD35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3C5CE8F2-6AF2-E7FB-2F97-3730A0566C0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5EAE6CBD-30AF-A89C-BEC9-CB07F5630B1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54AB39D8-1B00-7C53-953A-625D8B1AB70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BCD40849-89CF-631D-C769-07884857FF9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23B051D-5C6E-0853-FD87-6F0CA71A37DA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F428C4B-2CBB-B36F-CF95-7AD735D93468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8868E79-04B4-27E6-9992-615388E6DF6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6AAC6AF0-36C7-AE26-A974-7B7C4ADD12F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09A2E651-8817-05BF-4FAD-BAF098C0091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B486DCCC-44F9-16E3-D24D-1BE7ACD4D5F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1582B927-71A4-66CB-67A3-CC227210C2D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32E518F2-989E-78F9-30A5-51558929B80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FA66550-838E-32A0-D17C-60CC9A3B69C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17815056-2B1A-67B0-961C-DAE935E945C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D17D4F35-646A-5610-B888-3AD490FC9B1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225BC180-1B62-7BFE-FF1A-BA774BDA9DD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ACCED8F3-213A-1E7F-2CCD-7A75398115A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B1527DB0-D620-79BC-A298-000A37ECDA5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39F3D288-EE83-90B1-CC5E-05C94626C38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7151B18-B42C-23E4-CA71-56CF4B80A21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86CA7848-1F62-B2EE-7E94-A083B3D35B5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10625B5-E1E1-87FF-698A-A9580D5B263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11636C7E-E3D7-69AB-00BC-D72E5A83237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E6E6A13E-3900-5C40-FD3E-B316B7C81EB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CCE43E3F-F54C-094A-AE5B-F1D3F80E78C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A9947A2-9C91-1DB3-4617-904751F7BA2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42AEACAE-B80B-02A8-E718-51113151050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F17EBB2A-E83F-FC3F-AB9D-8792AC0EB26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DF55783-F87C-1ABE-36AB-4DE44963AF6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AF1803B6-AF6C-E4B2-E2D1-BB06B4B21F1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C4B8196E-C340-626D-5C8B-BC5953D45ACE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128F7D5A-6EC4-418F-840B-F598376276E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A528223A-6808-B6B1-EB45-2D87DDF26C3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F5138487-7D88-BFBA-AFEC-09A307F743F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E6D8E83-5B9A-2F79-A82F-41D530EB7DD3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116904E2-F510-617E-89D1-4F3F65B9E9C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2FC242E3-7170-D40F-59E6-F36DA096E30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510DF857-ACDE-DB8D-B804-B9EDDB0D302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F70D5EA9-28D6-03D4-F34B-B6888F47AB80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E491C68D-167F-EA30-ABBD-733B5FD123E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CB6C062A-FAB0-88FA-C200-107472BF18E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80C2AC26-5708-EE13-6703-BE9384A4B85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78946D36-FE2C-AF4F-C9F1-D7BCCB855E19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0A17AE7A-90E8-0E70-5826-2E5715BBF43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2A1486F9-C944-3DCF-A5AB-F35421CEB3B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8C04571F-5F0B-BE12-FA2A-E4CC84A8FDA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B59CF4C0-6385-FCC6-C286-1E864F13B7DD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D8D0D9FC-4B45-DC31-79B8-D5252A9EE80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F97F1D14-25CA-1BA0-DADA-59AABA1D038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742E0055-AA95-82B8-8D7D-730975A529A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97649DE7-92C8-6484-725D-ECB200FBF780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CF2ADF30-0B23-BDD0-EA8F-A4100C3091A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12CFA186-7ABB-AFBD-93BD-16D24DBD4A2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53851FFB-FDD4-F830-C62C-FA5B6E9C4DC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26E64E0C-0762-057A-C64B-13C8F5A68C82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00011A2C-B896-650F-4BE6-A7BD9DA864C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B1DD9E75-2041-DD0E-8CDB-8B5C7C6C074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C36A66D6-F1C5-9F9E-CBA5-8206B00FE07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7BABD280-07D9-00CE-2CD3-B6168BE1F2EF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BF36F94F-008A-9B5E-5D9E-C1E58A476A3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65430900-A71B-488D-EBF7-ED0C20D8B46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F31D7A01-0EA0-5D02-324B-A3C1DD455DA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941099A5-C765-E432-B40B-7A361970BEBA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8E00CACA-3CBA-7ED3-BC52-E85B417314E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919F5254-23FF-8CB0-061B-894B014631B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F7750921-7715-ACB4-0871-D7507CE66D6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DF6831DE-0D47-175B-4599-058BA994C633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20C68C13-CDBB-CD19-2EAA-A9BBEFCF58B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F8696879-589F-B9E1-13B2-FB8877C38E4D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196114ED-ADA2-AF13-6766-489558D42C9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3BB01FD2-110D-5218-8976-7267889C38BC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B64F9B95-33A8-BCB7-1E56-711D1D27A19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EA16603A-3F49-6BDD-D624-BAFF86956C9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514FCE83-A105-1AE3-E08F-5D363D62799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24A1E97C-5AFA-E193-0DF3-CC7CF2A69591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420FB7A4-7602-0458-B055-5FC33330DC0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797F05EB-CEB6-F867-7F12-6C2D9EA41E9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770807A3-5983-52F9-353F-096205FA943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65024D00-F815-2A19-62D1-31E9CD75BAE7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BB8A68A6-7AC0-8046-64BF-852A5FE119A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E3B9F6F9-E478-EA3E-FEA3-C74E735FFE8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8A2B978E-9023-8273-7342-63F87C32080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4A07E2A7-910F-F380-9217-47A536721932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6228B80E-7C12-6E43-D240-51BF1B7DCAC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8D9CB7E7-D03D-4EAB-0194-299499454AF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82AF1B67-FF28-C583-CCFB-98C20660408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3E58878C-442B-422D-31AE-118F60547FDC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46BC21D7-C830-B65D-FEFD-5B7A186DA4D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E25AF9A5-EB6A-8258-A203-0E0D9B88B06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A65F492C-84A8-1B71-3BDA-E78CD9FBDE5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9292DD9B-0A4C-CDCF-FEDD-5D631A678E77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7DD4FA65-DBF4-4E0A-D2AB-E1A12F5CCB6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0487388F-1B5D-52F2-2B28-37BCE3F75D4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808D3113-9EA5-6642-B8ED-C598C0220BF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D0A35451-F1F5-F11B-727B-A1D42992D9D4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7381C043-B166-CE25-9497-7CE5E66D80E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B14432C5-0C02-FFE4-8EF4-941582FC633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D8E3D893-F90F-73B4-A10B-5064D35F2F9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F7C6D9E6-FF01-AF7F-AA62-BA4D7C2EEA3E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1E5D6D2C-DF13-DCF8-19A5-A340240BE0D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75C01DF8-E1D6-F061-4E62-29D79149414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038CFCBF-5E2B-57DB-35B9-199FA4CED93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8F35E14F-50B8-48BD-7C72-09F1DF58217B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211DB079-D9E5-8504-4A2D-6A00DE5C8BB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97F51FDC-93F3-2733-B7F2-4A16552CC07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111D8B0F-95FA-1657-03CB-5A327CCCADD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532C3780-0762-9BE3-BBA0-4665CEA15E4E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2A2386A1-9250-26BB-B75B-6861AD2211E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CE3B5048-F135-75D2-E9A3-46716500EC0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01D46992-7188-6B13-D34A-3C23A2F9ECA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C037139D-E9E4-1EF2-294E-5FEF9FC2033C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9D5C997A-B60F-5104-55F1-EEC5903C9D5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9CDBFEDF-C8DA-7559-BBD7-49D3F832CC6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5E7CD83D-C45A-0A69-4A0A-E6B9479F285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71EBB056-A281-7893-16E2-8DAB48D76489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BBD112CA-6F52-368B-4A7D-0C3A9B056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70" y="5307664"/>
            <a:ext cx="1296136" cy="1250596"/>
          </a:xfrm>
          <a:prstGeom prst="rect">
            <a:avLst/>
          </a:prstGeom>
        </p:spPr>
      </p:pic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C71EAF77-DAD7-E2B0-A4A6-7F0787461CC7}"/>
              </a:ext>
            </a:extLst>
          </p:cNvPr>
          <p:cNvSpPr/>
          <p:nvPr/>
        </p:nvSpPr>
        <p:spPr>
          <a:xfrm rot="16200000" flipH="1">
            <a:off x="-407577" y="3820690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65CE01EF-F0A5-E265-1F3B-7C5F10BEB756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6" name="Rectángulo: esquinas superiores redondeadas 5">
            <a:extLst>
              <a:ext uri="{FF2B5EF4-FFF2-40B4-BE49-F238E27FC236}">
                <a16:creationId xmlns:a16="http://schemas.microsoft.com/office/drawing/2014/main" id="{F910E203-9904-ADCB-ADA9-CCDF215F6315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pic>
        <p:nvPicPr>
          <p:cNvPr id="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09BB62BE-586A-0A42-EC5A-6B0C936A3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20" y="5475290"/>
            <a:ext cx="493004" cy="493004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2CCB2B6-DEA5-43E3-4154-DC73471FBC6F}"/>
              </a:ext>
            </a:extLst>
          </p:cNvPr>
          <p:cNvSpPr txBox="1"/>
          <p:nvPr/>
        </p:nvSpPr>
        <p:spPr>
          <a:xfrm>
            <a:off x="815297" y="2182362"/>
            <a:ext cx="50422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 err="1">
                <a:effectLst/>
                <a:latin typeface="Comic Sans MS" panose="030F0702030302020204" pitchFamily="66" charset="0"/>
              </a:rPr>
              <a:t>DeepSeek</a:t>
            </a:r>
            <a:r>
              <a:rPr lang="es-ES" sz="1600" b="1" i="0" dirty="0">
                <a:effectLst/>
                <a:latin typeface="Comic Sans MS" panose="030F0702030302020204" pitchFamily="66" charset="0"/>
              </a:rPr>
              <a:t>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Es eficiente y rápido, entrenado con menos recursos que otros LLM.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Acceso: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Disponible en deepseek.com o chat.deepseek.com (requiere cuenta).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Interfaz: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Similar a Gemini y ChatGPT.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Capacidades: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Puede buscar información en la web si se le indica explícitamente.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Generación de texto: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Buena velocidad y precisión en la versión gratuita.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Ingeniería de </a:t>
            </a:r>
            <a:r>
              <a:rPr lang="es-ES" sz="1600" b="1" i="0" dirty="0" err="1">
                <a:effectLst/>
                <a:latin typeface="Comic Sans MS" panose="030F0702030302020204" pitchFamily="66" charset="0"/>
              </a:rPr>
              <a:t>Prompts</a:t>
            </a:r>
            <a:r>
              <a:rPr lang="es-ES" sz="1600" b="1" i="0" dirty="0">
                <a:effectLst/>
                <a:latin typeface="Comic Sans MS" panose="030F0702030302020204" pitchFamily="66" charset="0"/>
              </a:rPr>
              <a:t>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Separar instrucciones importantes por puntos o </a:t>
            </a:r>
            <a:r>
              <a:rPr lang="es-ES" sz="1600" b="0" i="0" dirty="0" err="1">
                <a:effectLst/>
                <a:latin typeface="Comic Sans MS" panose="030F0702030302020204" pitchFamily="66" charset="0"/>
              </a:rPr>
              <a:t>enters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 para obtener mejores resultados.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ES" sz="1600" b="1" i="0" dirty="0">
                <a:effectLst/>
                <a:latin typeface="Comic Sans MS" panose="030F0702030302020204" pitchFamily="66" charset="0"/>
              </a:rPr>
              <a:t>Lenguaje informal: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Puede reescribir textos con jerga y un tono más relajado.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1EEFB3F-0637-73BB-1CA8-DF263968A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62" y="720988"/>
            <a:ext cx="5186597" cy="110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902B9A6C-DC40-85C5-76C1-36F46EE5C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601" y="840768"/>
            <a:ext cx="2933682" cy="118504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9BDC083D-9ACF-AE98-F1B5-B323BF8E2419}"/>
              </a:ext>
            </a:extLst>
          </p:cNvPr>
          <p:cNvSpPr txBox="1"/>
          <p:nvPr/>
        </p:nvSpPr>
        <p:spPr>
          <a:xfrm>
            <a:off x="6600786" y="2350956"/>
            <a:ext cx="518031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b="1" i="0" dirty="0">
                <a:effectLst/>
                <a:latin typeface="Comic Sans MS" panose="030F0702030302020204" pitchFamily="66" charset="0"/>
              </a:rPr>
              <a:t>Bing </a:t>
            </a:r>
            <a:r>
              <a:rPr lang="es-ES" sz="1600" b="1" i="0" dirty="0" err="1">
                <a:effectLst/>
                <a:latin typeface="Comic Sans MS" panose="030F0702030302020204" pitchFamily="66" charset="0"/>
              </a:rPr>
              <a:t>Image</a:t>
            </a:r>
            <a:r>
              <a:rPr lang="es-ES" sz="1600" b="1" i="0" dirty="0">
                <a:effectLst/>
                <a:latin typeface="Comic Sans MS" panose="030F0702030302020204" pitchFamily="66" charset="0"/>
              </a:rPr>
              <a:t> </a:t>
            </a:r>
            <a:r>
              <a:rPr lang="es-ES" sz="1600" b="1" i="0" dirty="0" err="1">
                <a:effectLst/>
                <a:latin typeface="Comic Sans MS" panose="030F0702030302020204" pitchFamily="66" charset="0"/>
              </a:rPr>
              <a:t>Creator</a:t>
            </a:r>
            <a:r>
              <a:rPr lang="es-ES" sz="1600" b="1" i="0" dirty="0">
                <a:effectLst/>
                <a:latin typeface="Comic Sans MS" panose="030F0702030302020204" pitchFamily="66" charset="0"/>
              </a:rPr>
              <a:t>: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Imagina que Bing es como un </a:t>
            </a:r>
            <a:r>
              <a:rPr lang="es-ES" sz="1600" b="1" i="0" dirty="0">
                <a:effectLst/>
                <a:latin typeface="Comic Sans MS" panose="030F0702030302020204" pitchFamily="66" charset="0"/>
              </a:rPr>
              <a:t>chef de cocina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 que puede crear platos (imágenes) a partir de tus instrucciones (</a:t>
            </a:r>
            <a:r>
              <a:rPr lang="es-ES" sz="1600" b="0" i="0" dirty="0" err="1">
                <a:effectLst/>
                <a:latin typeface="Comic Sans MS" panose="030F0702030302020204" pitchFamily="66" charset="0"/>
              </a:rPr>
              <a:t>prompts</a:t>
            </a:r>
            <a:r>
              <a:rPr lang="es-ES" sz="1600" b="0" i="0" dirty="0">
                <a:effectLst/>
                <a:latin typeface="Comic Sans MS" panose="030F0702030302020204" pitchFamily="66" charset="0"/>
              </a:rPr>
              <a:t>). Tienes créditos (ingredientes) gratuitos para empezar, pero necesitas más para seguir creando.</a:t>
            </a:r>
          </a:p>
        </p:txBody>
      </p:sp>
      <p:pic>
        <p:nvPicPr>
          <p:cNvPr id="20" name="Imagen 19" descr="Bandera de colores&#10;&#10;El contenido generado por IA puede ser incorrecto.">
            <a:extLst>
              <a:ext uri="{FF2B5EF4-FFF2-40B4-BE49-F238E27FC236}">
                <a16:creationId xmlns:a16="http://schemas.microsoft.com/office/drawing/2014/main" id="{15EFCB37-9562-9F44-0E4A-32CDC6A264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839" y="3856891"/>
            <a:ext cx="2035716" cy="2263337"/>
          </a:xfrm>
          <a:prstGeom prst="rect">
            <a:avLst/>
          </a:prstGeom>
        </p:spPr>
      </p:pic>
      <p:pic>
        <p:nvPicPr>
          <p:cNvPr id="21" name="Imagen 20" descr="Imagen que contiene estacionaria, instrumento, lápiz&#10;&#10;Descripción generada automáticamente">
            <a:extLst>
              <a:ext uri="{FF2B5EF4-FFF2-40B4-BE49-F238E27FC236}">
                <a16:creationId xmlns:a16="http://schemas.microsoft.com/office/drawing/2014/main" id="{DBD3A2C1-3EF8-FFF9-3768-FA8A2A9846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2522">
            <a:off x="9761504" y="3823511"/>
            <a:ext cx="1310072" cy="982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512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41801-A26E-8E8C-4717-1A0D56D9B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F65297F-5C2F-FB82-0399-D232C69B36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53A7CDE-2026-DDFE-0E7D-A79949D32274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7F7FE740-99EC-432A-9347-40A19D788F9F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9A36A286-610B-ADB8-F935-472E67BD6D2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7C01E8AA-3BC0-4379-53BC-52464050C2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5D3A0A4F-31BE-2003-B062-ABE91A55538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2CBC2D68-2A1A-1E78-048C-5EC78DA8419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C6CF1826-4FAF-1F2E-D88E-EDC589C6088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D8F9602B-24DF-801C-7D95-7A3B8996AB6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3EF02975-266A-BD13-DC5D-E70E6ED544A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311C254F-3ABB-15CA-1999-C3592C8BA9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F8D53CB9-8417-0527-FD1D-22BFAF5B237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42B8AFBF-B543-0A22-13AC-F1B2081BD81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73850EF3-91D0-2419-23BC-952220FA646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37C81FAF-DB52-F3B0-5C3C-2AEF82B3C56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4ACDD299-43A2-1227-5497-B6C7DE4056E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0A1D1EF9-2BF3-DF29-BC7F-117A26AE6C3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B18CC89D-55AF-D1D0-C529-1AA2813E336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9A14FCF3-573A-1836-D00D-B7F8122D463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0D9CA92C-D8F4-8C72-4256-1EA6813854E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3ED2EDB0-71FC-9DDB-02B2-891DB49277E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C0737AC9-8857-206E-515B-340841472C8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C934CD84-B90B-3A9D-6E32-00D153C4612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4A46854B-3EA1-BE80-5D1A-00709C6D9A3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A7C2C987-3FFE-5A64-9F8E-A884AF09D34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879CFF71-B8F7-529A-D91D-0038DEF7008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5F653587-E2A0-4B54-71D1-AA79CFE2B78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8C1DEEA-C40D-8F62-B7B1-7F6A770F20B1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72AFC6D-6215-DED4-ED21-CA201DE59923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B5E9FB2-DEBE-3690-5929-40CDA2B5F52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143B3863-E0A4-9C05-4201-F03CDE93DA8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877944F8-3BA8-8330-BE62-F1A06CF85B0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6AE3F247-6F62-99C2-F4C1-A2F23E63897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EE1E86AA-6D2E-4FC3-00D3-4E7D6B9A96B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B9451734-DBB6-B8DD-AD5F-3D03F833A03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A46C0AC0-822A-B8CE-57C4-94CC8BFC8C8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393A9170-FEF4-FEC3-4B44-49797E65AF5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86259E0A-3E9A-E0F1-A442-A937E57ADB9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8EFBA457-1A13-996F-0C82-CD4367FA02B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06240CC1-C2BE-BB79-3AC7-D0C22A6BFAA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451D9BD6-46B8-F8FA-59A1-3779ACFFAC6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F2CD0DB2-B14C-DCC5-A5CD-91B42C10B9C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FFC9455B-AA7A-394D-7217-DD423719316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C11B6D7A-E328-ECC0-2DFE-7C245D09DAF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5896F543-E6D7-BF68-D882-2936267F1E6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48435788-56EE-FF5B-8C4F-E1D63CE4B7C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E8EB97E7-9C24-C3FC-60A6-4245B4824FB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6CD4A5F7-95D6-E85D-6674-6A61825756F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B2B17E1C-419C-AEBF-7472-B5BAC9644D1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52359D1E-4DE2-C021-61B8-B4AF81F9BF5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B949F242-7DB1-6770-58AC-5BC73D14FF7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F4B3BAC6-90EF-8B7C-10A2-38F0D56C4F7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ED7AB3A6-B044-5438-B7D1-4702244CB4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BB7130F-726D-327E-9CAC-BC91EC461D9B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90CA56A2-863E-04E7-0EC4-269B4B37D9B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59A0EB6E-DF16-230F-8813-7B2D2B4093C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2B62E15D-9E69-91E5-C3E2-B715D4783BE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6834D335-0D5D-94C2-BBDF-0C579EB8C92F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0C5B6905-4E05-026C-D1CC-FFFAD6FBE3E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612680F5-EF59-2836-CE6B-2B9D6115A4F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80A32968-0585-BF10-359F-5A0990EC9A4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DB87718B-0C4E-6746-C7A0-FA6FD20E252B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519F744E-A09F-16B9-4B1C-EC73745EE31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15F3C079-20F2-C420-FF05-E0E8EF0E07D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28419C2D-81B5-E669-C586-839E9E87A80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3EA9CFB7-3E9E-2E04-5A8F-1619E0BE688A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66D00567-403A-C186-EDC0-014227DB795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15459A78-5F61-C7DD-A4E1-144E5C605D4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74AAC291-6E1A-FCBD-E837-6DE5FBDC511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9C6A1003-E400-295C-6F95-39DE3E315FEB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1FFBD9AE-1535-B7E3-F4B9-FEA99DB398C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B395D47C-0434-3B79-7FB5-1CA77428DBD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7256C390-EDDB-217B-A133-459EE414CE1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4FE84A3A-6E77-5367-7E06-9D2325F68437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E0741B53-8CC3-9211-C9C1-2228FBDF7F0A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A665441F-FD5B-D9EE-F437-A43B5B59BE2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2972E211-5C83-303F-2161-41AF6DE8AC3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61FAC5D7-C025-96A5-04FF-9BB63CC80143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823A5A18-C6ED-56BC-15E8-00716FCC1AA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D71413F5-6FEE-3D99-BE12-11E7F509A9B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CE525FB1-6083-EA52-B948-22033909DE1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CF362FD3-11A6-EC72-1217-B90B7A425F9E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A471624E-5226-6A1F-CCFA-77BBAFE51F8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ACF4283C-7AB0-ED96-38C2-B291DDB82C1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6424115B-0832-6C30-F3ED-D8472C3D3CF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4B9E3640-92BB-74CF-1E1C-FE6121D451F1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441C247B-A24A-4367-6132-6E272DA1D7E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BCFADA23-EF4F-07E7-3B7C-6B5FBC0C818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394C1655-2064-5F56-BB8E-6BC301B375A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BF65DE74-C707-F160-40B7-4D2FFD247D50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98871543-2001-86F8-F7DD-3127F46AD8F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17D0EFD0-1D10-D34D-2255-37195333C78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A21541E4-31A5-D538-28F6-9E5CB8ADBEA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6A6AB8A8-9F2D-EF33-2D3D-4F23CDF66A95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6219D7F6-32E7-8441-5F87-01A2714D770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1BB66E35-ABA5-8FC9-30F4-4890FE0C5FE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22B6C73A-6F0B-D59A-F47B-FCA86916E9E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225374F1-62C6-01F7-EAA6-BE3070D4A5CC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CB41497A-2BFE-6DFA-DEBC-D6ED5D114C1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BB4C1E56-A993-818E-AF6B-9744E687205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879E8483-3ADE-625C-9CF8-291F83E2217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34CCC9AC-8119-2EDE-07A1-4681AA5D23D9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67881643-E5A7-79DD-A079-C44684B07D3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EEB888B5-DB0F-035B-C50F-83718C3E72B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08F922CC-BECA-D90E-A2CA-D4DC5F0EBE3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F689736E-5654-DDCE-6B1F-B1C962F646B7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1A33A5C8-41B1-FFE9-EEF5-C4DA19B8CBE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6C92A4BB-2E4B-DC00-2F64-2ADFE376CFB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BC709DFF-74FC-09CF-1EAC-0391234E1C3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440816D6-258D-3ECB-1107-FBC3B103EABA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CE9A5FEE-D82B-3CB9-4284-5EB1B563032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09E0E765-C48B-F7EA-D4AB-BE6670268A1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43C74865-35E1-BB04-44CB-4546C35854B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72368D07-3750-09EC-9B1B-26165CFC04E3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22F777C3-B7E7-6EC8-D85F-E6D9BE1F57D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ED57441F-5C68-62F1-E4C5-663D4051A8D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59B2653F-FBFF-51BF-3460-07182CDCE1C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DDBDF02D-1260-442F-BEF2-5B81D5B4A3AB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6B9E6D5C-51C2-B678-0CF1-72000546A08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EF55CD52-2A57-7989-E954-E544BF2001A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04A69929-85C4-0AF5-D9FF-E0152599BDB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28380887-98A6-977B-0EDE-9CD1784B0A62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E9294238-B8E9-0DE8-14DC-3D7D4D2239F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DFF3CD7C-C205-F7AE-DF44-1F7BB8321AC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C53CB412-096B-4E2F-97EA-8215AB65F64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12FAC4DA-4738-79B8-F5A0-DB3DE322C742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EB651337-3F50-30CD-3BE3-C54F8D269EE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94289DDF-DA01-9A77-84FA-80D4BABCB8A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6F27FC23-2EF1-E5D0-2C06-4CCF84B72AC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8172145D-CF66-D705-499C-5B91F967598B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CE5984BF-2839-5327-48C7-CFBC730BDF6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4FB25AEF-4D62-5059-8E44-193480FB24A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A1084447-D6D9-2E3E-6A76-37CBA902C8A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43E8B4A4-50C8-975D-4D55-B64295342F66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FC49E9C2-F41C-B35B-7153-C13C2E9A386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ABCD3A84-D3C8-FC81-DEE4-EBAA1F88DFE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07F10D96-185C-8978-4490-86B3988673F3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C8A1B177-8D92-ACF1-574F-9D89B708CB4E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8F985843-CD0C-CFFE-A77E-4B4FFDD74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70" y="5307664"/>
            <a:ext cx="1296136" cy="1250596"/>
          </a:xfrm>
          <a:prstGeom prst="rect">
            <a:avLst/>
          </a:prstGeom>
        </p:spPr>
      </p:pic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CB4244E2-4686-4034-4A99-BEDD689390C1}"/>
              </a:ext>
            </a:extLst>
          </p:cNvPr>
          <p:cNvSpPr/>
          <p:nvPr/>
        </p:nvSpPr>
        <p:spPr>
          <a:xfrm rot="16200000" flipH="1">
            <a:off x="-407577" y="3820690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0767EA78-E193-996A-80D0-430FCC515AE8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6" name="Rectángulo: esquinas superiores redondeadas 5">
            <a:extLst>
              <a:ext uri="{FF2B5EF4-FFF2-40B4-BE49-F238E27FC236}">
                <a16:creationId xmlns:a16="http://schemas.microsoft.com/office/drawing/2014/main" id="{9BFBCB25-BB3A-A0AF-921A-2847A5CFCE11}"/>
              </a:ext>
            </a:extLst>
          </p:cNvPr>
          <p:cNvSpPr/>
          <p:nvPr/>
        </p:nvSpPr>
        <p:spPr>
          <a:xfrm rot="5400000">
            <a:off x="11255572" y="5373229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pic>
        <p:nvPicPr>
          <p:cNvPr id="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DD603894-2A16-FF76-6FBC-C1BC592F2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20" y="5475290"/>
            <a:ext cx="493004" cy="493004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A1334FC0-5C6F-6916-5FF5-DD291B73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845" y="798520"/>
            <a:ext cx="351219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🔧 </a:t>
            </a:r>
            <a:r>
              <a:rPr kumimoji="0" lang="es-CL" altLang="es-C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Toke</a:t>
            </a:r>
            <a:r>
              <a:rPr lang="es-CL" altLang="es-CL" b="1" dirty="0">
                <a:latin typeface="Comic Sans MS" panose="030F0702030302020204" pitchFamily="66" charset="0"/>
              </a:rPr>
              <a:t>ns</a:t>
            </a:r>
            <a:endParaRPr kumimoji="0" lang="es-CL" altLang="es-CL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546B05-B0D1-04DF-42CE-DE99DFA71D0D}"/>
              </a:ext>
            </a:extLst>
          </p:cNvPr>
          <p:cNvSpPr txBox="1"/>
          <p:nvPr/>
        </p:nvSpPr>
        <p:spPr>
          <a:xfrm>
            <a:off x="781427" y="1292394"/>
            <a:ext cx="507613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ES" sz="1600" b="0" i="0" dirty="0">
                <a:effectLst/>
                <a:latin typeface="Comic Sans MS" panose="030F0702030302020204" pitchFamily="66" charset="0"/>
              </a:rPr>
              <a:t>Tokens son las unidades más pequeñas de texto que un modelo de IA utiliza para procesar y generar lenguaje. Pueden ser palabras completas, partes de palabras, o incluso caracteres individuales, dependiendo del contexto. En lenguajes basados en el alfabeto, como el portugués o el inglés, una frase puede ser dividida en varios tokens para que la IA entienda o produzca texto.</a:t>
            </a:r>
            <a:br>
              <a:rPr lang="es-ES" sz="1600" b="0" i="0" dirty="0">
                <a:effectLst/>
                <a:latin typeface="Comic Sans MS" panose="030F0702030302020204" pitchFamily="66" charset="0"/>
              </a:rPr>
            </a:br>
            <a:br>
              <a:rPr lang="es-ES" sz="1600" b="0" i="0" dirty="0">
                <a:effectLst/>
                <a:latin typeface="Comic Sans MS" panose="030F0702030302020204" pitchFamily="66" charset="0"/>
              </a:rPr>
            </a:br>
            <a:endParaRPr lang="es-ES" sz="1600" b="0" i="0" dirty="0">
              <a:effectLst/>
              <a:latin typeface="Comic Sans MS" panose="030F0702030302020204" pitchFamily="66" charset="0"/>
            </a:endParaRPr>
          </a:p>
          <a:p>
            <a:pPr algn="just">
              <a:buNone/>
            </a:pPr>
            <a:r>
              <a:rPr lang="es-ES" sz="1600" b="0" i="0" dirty="0">
                <a:effectLst/>
                <a:latin typeface="Comic Sans MS" panose="030F0702030302020204" pitchFamily="66" charset="0"/>
              </a:rPr>
              <a:t>Por ejemplo, la frase "Me gusta aprender" puede descomponerse en tokens como "Me", "gusta", "aprender". Cada token es una pieza fundamental que la IA manipula para construir o interpretar oraciones de manera precisa.</a:t>
            </a:r>
          </a:p>
        </p:txBody>
      </p:sp>
      <p:pic>
        <p:nvPicPr>
          <p:cNvPr id="14" name="Imagen 13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15B47939-B2D9-793B-D575-A967470BE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463" y="1501729"/>
            <a:ext cx="4118257" cy="397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207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BF7EA-2343-DC0B-5C38-284D1C0A7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1954FF2-60DB-759D-FE0F-2202FC9C37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08978CA-0E8E-0085-258F-6BC08D561531}"/>
              </a:ext>
            </a:extLst>
          </p:cNvPr>
          <p:cNvSpPr/>
          <p:nvPr/>
        </p:nvSpPr>
        <p:spPr>
          <a:xfrm>
            <a:off x="6132035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6" name="Grupo 185">
            <a:extLst>
              <a:ext uri="{FF2B5EF4-FFF2-40B4-BE49-F238E27FC236}">
                <a16:creationId xmlns:a16="http://schemas.microsoft.com/office/drawing/2014/main" id="{B6624237-16BD-9808-7D01-A7B96ACDDFCB}"/>
              </a:ext>
            </a:extLst>
          </p:cNvPr>
          <p:cNvGrpSpPr/>
          <p:nvPr/>
        </p:nvGrpSpPr>
        <p:grpSpPr>
          <a:xfrm>
            <a:off x="6693808" y="905716"/>
            <a:ext cx="4920675" cy="5046568"/>
            <a:chOff x="6985417" y="1099326"/>
            <a:chExt cx="4661940" cy="5046568"/>
          </a:xfrm>
        </p:grpSpPr>
        <p:cxnSp>
          <p:nvCxnSpPr>
            <p:cNvPr id="155" name="Conector recto 154">
              <a:extLst>
                <a:ext uri="{FF2B5EF4-FFF2-40B4-BE49-F238E27FC236}">
                  <a16:creationId xmlns:a16="http://schemas.microsoft.com/office/drawing/2014/main" id="{79FF08F3-91F5-5C6F-2731-B7160C22FB3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ector recto 157">
              <a:extLst>
                <a:ext uri="{FF2B5EF4-FFF2-40B4-BE49-F238E27FC236}">
                  <a16:creationId xmlns:a16="http://schemas.microsoft.com/office/drawing/2014/main" id="{A5A6AB61-CF06-B89A-D173-809073E75EE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ector recto 158">
              <a:extLst>
                <a:ext uri="{FF2B5EF4-FFF2-40B4-BE49-F238E27FC236}">
                  <a16:creationId xmlns:a16="http://schemas.microsoft.com/office/drawing/2014/main" id="{D90C886D-50C5-0638-68DA-3AAF915FEA4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ector recto 159">
              <a:extLst>
                <a:ext uri="{FF2B5EF4-FFF2-40B4-BE49-F238E27FC236}">
                  <a16:creationId xmlns:a16="http://schemas.microsoft.com/office/drawing/2014/main" id="{973B07CC-496B-7A24-244F-85C4814FC4B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ector recto 160">
              <a:extLst>
                <a:ext uri="{FF2B5EF4-FFF2-40B4-BE49-F238E27FC236}">
                  <a16:creationId xmlns:a16="http://schemas.microsoft.com/office/drawing/2014/main" id="{732C24D9-FBE2-F0B8-2FD4-42CDF3A58BA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ector recto 161">
              <a:extLst>
                <a:ext uri="{FF2B5EF4-FFF2-40B4-BE49-F238E27FC236}">
                  <a16:creationId xmlns:a16="http://schemas.microsoft.com/office/drawing/2014/main" id="{1DFF3D6E-D99F-5C94-A1F4-4926C90B4CF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cto 162">
              <a:extLst>
                <a:ext uri="{FF2B5EF4-FFF2-40B4-BE49-F238E27FC236}">
                  <a16:creationId xmlns:a16="http://schemas.microsoft.com/office/drawing/2014/main" id="{8680FAA1-4321-BE73-28FC-DBF7FAA5D5A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cto 163">
              <a:extLst>
                <a:ext uri="{FF2B5EF4-FFF2-40B4-BE49-F238E27FC236}">
                  <a16:creationId xmlns:a16="http://schemas.microsoft.com/office/drawing/2014/main" id="{5DF2A72D-612E-19DF-D35C-950BFCE4C22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cto 164">
              <a:extLst>
                <a:ext uri="{FF2B5EF4-FFF2-40B4-BE49-F238E27FC236}">
                  <a16:creationId xmlns:a16="http://schemas.microsoft.com/office/drawing/2014/main" id="{A020A451-6C0E-28C1-BED9-6F5469F2E39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cto 165">
              <a:extLst>
                <a:ext uri="{FF2B5EF4-FFF2-40B4-BE49-F238E27FC236}">
                  <a16:creationId xmlns:a16="http://schemas.microsoft.com/office/drawing/2014/main" id="{3BE4FD67-77F4-6A74-E7EE-4292D08BD4C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cto 166">
              <a:extLst>
                <a:ext uri="{FF2B5EF4-FFF2-40B4-BE49-F238E27FC236}">
                  <a16:creationId xmlns:a16="http://schemas.microsoft.com/office/drawing/2014/main" id="{19BAB4E0-3A91-3935-3521-37ABFC39841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cto 167">
              <a:extLst>
                <a:ext uri="{FF2B5EF4-FFF2-40B4-BE49-F238E27FC236}">
                  <a16:creationId xmlns:a16="http://schemas.microsoft.com/office/drawing/2014/main" id="{F2A9A4FA-C812-2AE9-317C-685C1CEF975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cto 168">
              <a:extLst>
                <a:ext uri="{FF2B5EF4-FFF2-40B4-BE49-F238E27FC236}">
                  <a16:creationId xmlns:a16="http://schemas.microsoft.com/office/drawing/2014/main" id="{BBEBC878-8D49-78EB-2505-AE93AF0F3C7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951662A0-97AC-85F8-1401-3A50A8B04D76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cto 170">
              <a:extLst>
                <a:ext uri="{FF2B5EF4-FFF2-40B4-BE49-F238E27FC236}">
                  <a16:creationId xmlns:a16="http://schemas.microsoft.com/office/drawing/2014/main" id="{E6393591-68ED-98F3-336E-898532655B4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cto 171">
              <a:extLst>
                <a:ext uri="{FF2B5EF4-FFF2-40B4-BE49-F238E27FC236}">
                  <a16:creationId xmlns:a16="http://schemas.microsoft.com/office/drawing/2014/main" id="{52F3B98C-348D-4065-292E-65E4471A083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cto 172">
              <a:extLst>
                <a:ext uri="{FF2B5EF4-FFF2-40B4-BE49-F238E27FC236}">
                  <a16:creationId xmlns:a16="http://schemas.microsoft.com/office/drawing/2014/main" id="{66B9C62E-70D4-C3D7-AC1D-FDE9C83CEF8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cto 173">
              <a:extLst>
                <a:ext uri="{FF2B5EF4-FFF2-40B4-BE49-F238E27FC236}">
                  <a16:creationId xmlns:a16="http://schemas.microsoft.com/office/drawing/2014/main" id="{A64F5A80-7B05-03B2-81FA-C1AE97F3185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cto 174">
              <a:extLst>
                <a:ext uri="{FF2B5EF4-FFF2-40B4-BE49-F238E27FC236}">
                  <a16:creationId xmlns:a16="http://schemas.microsoft.com/office/drawing/2014/main" id="{2A7D3B1E-DB78-2428-B7E7-D8B4311F2DB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cto 175">
              <a:extLst>
                <a:ext uri="{FF2B5EF4-FFF2-40B4-BE49-F238E27FC236}">
                  <a16:creationId xmlns:a16="http://schemas.microsoft.com/office/drawing/2014/main" id="{79158440-6CA7-87C8-319B-C37AA7CB0E0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cto 176">
              <a:extLst>
                <a:ext uri="{FF2B5EF4-FFF2-40B4-BE49-F238E27FC236}">
                  <a16:creationId xmlns:a16="http://schemas.microsoft.com/office/drawing/2014/main" id="{0C59225A-F378-6208-77D8-13E55D664F9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ector recto 177">
              <a:extLst>
                <a:ext uri="{FF2B5EF4-FFF2-40B4-BE49-F238E27FC236}">
                  <a16:creationId xmlns:a16="http://schemas.microsoft.com/office/drawing/2014/main" id="{CB364119-EF76-7A16-AE64-E2442D4B0AC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ector recto 178">
              <a:extLst>
                <a:ext uri="{FF2B5EF4-FFF2-40B4-BE49-F238E27FC236}">
                  <a16:creationId xmlns:a16="http://schemas.microsoft.com/office/drawing/2014/main" id="{5138E2F4-C3D8-D1D4-B964-B0276D238E9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ector recto 179">
              <a:extLst>
                <a:ext uri="{FF2B5EF4-FFF2-40B4-BE49-F238E27FC236}">
                  <a16:creationId xmlns:a16="http://schemas.microsoft.com/office/drawing/2014/main" id="{9DD74EE2-54C8-B264-588D-DDE52DF4921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6D85AB3-E3B5-25A4-0BF9-B853A9D45BEC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2FFC67C1-041D-B1BC-BCC8-A6A28A3C401F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F435C386-06F2-8A05-44AC-3A64E348F3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EA647ADE-A3B1-073A-8C98-841005215FD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082194C7-ADB6-B994-5BD7-EF362926C6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0D61DA3-0DE4-55A3-03EA-E68D8B05B7F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056BC2EF-359A-D443-3B03-69189860D89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F6C51975-94C6-A075-EF91-175F3FA150A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A5E0D77-7681-7B9A-1071-4C2E0036ACC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83139C9A-C8E7-D6D4-3639-ED428EA04C5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83FB1B2-138B-ED54-88AB-371E2090D9F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E935AEC-2681-CD97-F68F-DA429061220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DF56C598-0ADA-0BD1-953C-03C9706E827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B33A5A42-4900-D1B4-E690-EE93C42A830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57687288-351A-09CD-45C4-C7104029B02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62F98923-95BC-A57B-1FED-2D552D38B839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887ED5A5-EAF2-AE46-0CA5-02BF2045752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289961BB-A05E-00B7-23E2-FB4DF9CFC02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42FD222A-DF5E-6726-7D3A-7000A73B342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9A5A059D-4EBD-467B-83E7-50C50962AB6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8BDCEC4-F86B-D556-03A3-EB28679A6AC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74734180-4E75-1516-4EDC-E70E83459E5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BB921CC-EE6D-3056-9177-6038A5A0E24D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85EE2EE9-D79D-4F56-E968-34943ADDB9C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2BE1E823-DA55-5DDF-C9DE-A32E80604E9F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299198F6-9B64-02C2-521F-ECB69DCCEED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3871D475-E311-AC62-C292-FF30B881593B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EBC50DA9-FCD5-ABFE-CF29-410D44312B4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3581B125-3BAB-EA4B-F48D-A3BCCF5403D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C2D15F41-3CBB-F833-CAF4-2CE7C864FA2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8935D755-0D6E-7170-46FD-3BFEEFE328F4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5C184AD6-2A4E-38A3-7E3F-DC1E05E81F2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D9B81177-47F3-A4D5-9D05-D9FA31E99FB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C55B1160-6764-3AD0-D162-2C4CEC2E505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1F1825DC-645C-CE3C-1788-A5A35374569C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218D733E-FAC3-0C47-6110-511F01E46A9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E255FB89-CEB4-5DBE-AB0A-2FA263A70AC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521FE4D3-630D-FF89-E738-FA5E0873E9BD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5B1F4B11-C529-96E0-97C7-A1BE3D246F3B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850E150B-8121-2562-B61F-0EFB127EB898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062F6378-2391-B9FF-2EA1-B3E06D5CC140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3EB6146A-EB22-6543-2B68-5C26FA7AFAC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00F44E1A-6245-E489-43FB-0C8E5242FFCE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C99E83FC-ACBC-2348-822F-0E90ED488C1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070ACC1E-9EE9-1513-3A7A-43C12517D8B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0949C689-7985-AD26-9317-BBF0A2DFC17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E45C803D-6D43-E0F5-2CE9-E958084FE77B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1C0FF3C1-B411-1973-BD29-B0001E9190D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D7398D47-BC47-15C9-FE70-7B8D876D4ED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BD354651-7FAD-62AD-D99F-012E2CD87B8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ABDA12C-4ADD-DC08-DCCD-7102C60D9865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004AC700-F3A1-11CB-3C39-219133C916EF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9D6D6B6F-F0F0-5F9B-225F-DA39AE44F09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F860A8CF-ABCA-6576-4B38-3549D9DCF7F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A33119F7-E65A-0781-21AC-AA8C7D05E605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E3760681-979A-A28E-748D-79D098B3D15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F7BFA763-7416-5462-F0E1-726654EB986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C3E81158-590D-534F-BD14-6970B88711C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3FE38F72-5058-0185-233F-0D61C9D174C0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EBAEBC49-8B90-7465-B47B-80693334011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F0AFBDB2-D496-C124-2041-3BBCC2712EF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A5DFB475-AA03-18D7-BEFC-E8DFEC63633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403CD51F-EB12-F212-97A4-E94DC9E6D855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5A5A7FB0-BB34-EA7C-BB71-E0F02EDDD31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61A59F57-3A38-60D3-9DD7-5A1AA26F7DCB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5407C1EC-121D-CA66-08AE-1EC19BBEA44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6F38B15C-910D-F025-D099-6A753A337A6D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3ACDB342-6EDB-1FE9-5B1F-03FC0CC6608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697DBD8A-B797-F107-F4D8-AFC12FAB12E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209F778F-55AE-5302-F5B1-72AD54EC54D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52AC2BB4-4289-C6CC-0442-58D75E0F8828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A243C40F-4F02-1461-3C03-95E474366CB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B858A8B6-4E6C-50C5-5590-7523A9116A9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1EDD3A88-8E81-C6B0-8B5B-F1FD8E33268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147A9D4A-EA4B-15BD-C4DB-E1702C3F29D3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1DC272E4-A0EF-317E-7628-C3B6832B14A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9B61E5E5-F942-C058-C0FA-176A16DB3BB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BBBB92CD-5038-FDA7-6CB1-74DA558DDCD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5D0C4D3D-76A0-CAEA-6784-A983EF4F6CBB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333BC738-D663-E756-BB25-17B9014AF1A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1B90787C-CB58-A4D3-8106-20E22B48E9B9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525D7CB8-4DF0-970D-F064-FEDC37C447C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3D3D817E-D43A-814C-432E-D6D1C665518B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911B309C-1AE3-0DC6-F335-3FF98C643E7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BB4FD597-D7D9-0667-D859-F5CBA5376F04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C2E3E5F9-A4E9-C179-4E72-C3AE307EED9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A98A8C4F-3A34-2BC4-DB3F-FDA151A142F5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3C9A4200-3989-4999-DE9F-41386CFF101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37EFBA7B-A571-5211-F3F9-ED4D6137C01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DDD19CDE-6E0F-8202-0C8F-59CC363A1D4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0088A384-7C7A-3F0A-544A-9F3161F76647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1FE15C22-7255-427C-20D2-670EB6618C0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97463FE8-205D-F0E1-1045-6A0FAD2108D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C6BE26A3-8BEC-F59F-9B0A-796FCFBD586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6DAE93A2-64B0-4F57-F37B-872274829B31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E8F08AEF-112A-65A2-9C13-F12928597667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30FA07D9-495B-B931-60EF-061F3A264C4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05AA3A56-9FC6-D91C-FF52-A20468551A4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8B5C2CE8-1F69-D53A-3189-75D3556DBA1B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298179D5-A46A-D48E-5B35-E74FC415062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1E9769D5-F401-8F20-2565-692373DC1AE8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0F364280-8491-5ECF-ED0F-072761A18C71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BCEA363D-F5CB-C6CD-ED93-E08E62797CEF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B2677322-DAAC-3CFC-E027-BA791B0B195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226D1C47-A778-F9EF-E21A-D8C810E4A93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C0680D10-101D-FA78-D326-C390775A0DDB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895E5F22-C633-3C02-90AD-A351928B13B3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0D9C4B58-4557-33CC-4D3C-A15735EE3FC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6344472A-05F1-DE49-9E71-1CBF043797A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C9D7845C-2569-1E8C-9EEA-59B89642962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ángulo: esquinas superiores redondeadas 9">
            <a:extLst>
              <a:ext uri="{FF2B5EF4-FFF2-40B4-BE49-F238E27FC236}">
                <a16:creationId xmlns:a16="http://schemas.microsoft.com/office/drawing/2014/main" id="{33664999-00E2-CC0F-0E19-115CA6CE4925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pic>
        <p:nvPicPr>
          <p:cNvPr id="16" name="Imagen 1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C0CC5D0A-DFDA-EEC5-DFBE-B2F3C30A6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570" y="5307664"/>
            <a:ext cx="1296136" cy="1250596"/>
          </a:xfrm>
          <a:prstGeom prst="rect">
            <a:avLst/>
          </a:prstGeom>
        </p:spPr>
      </p:pic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C8134C7D-0E45-DE6E-BB31-18B940CE9A87}"/>
              </a:ext>
            </a:extLst>
          </p:cNvPr>
          <p:cNvSpPr/>
          <p:nvPr/>
        </p:nvSpPr>
        <p:spPr>
          <a:xfrm rot="16200000" flipH="1">
            <a:off x="-407577" y="3820690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20135FA4-C4BF-1860-56E7-C3CB56F14648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pic>
        <p:nvPicPr>
          <p:cNvPr id="9" name="Imagen 8" descr="Dibujo de una persona&#10;&#10;Descripción generada automáticamente con confianza media">
            <a:extLst>
              <a:ext uri="{FF2B5EF4-FFF2-40B4-BE49-F238E27FC236}">
                <a16:creationId xmlns:a16="http://schemas.microsoft.com/office/drawing/2014/main" id="{300D081B-ADD7-6A6A-24A3-55AFDAF9BE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42" y="5853029"/>
            <a:ext cx="493004" cy="493004"/>
          </a:xfrm>
          <a:prstGeom prst="rect">
            <a:avLst/>
          </a:prstGeom>
        </p:spPr>
      </p:pic>
      <p:sp>
        <p:nvSpPr>
          <p:cNvPr id="62" name="Rectángulo: esquinas superiores redondeadas 61">
            <a:extLst>
              <a:ext uri="{FF2B5EF4-FFF2-40B4-BE49-F238E27FC236}">
                <a16:creationId xmlns:a16="http://schemas.microsoft.com/office/drawing/2014/main" id="{A7747FB7-42F7-EB5D-766D-F7B24FF48108}"/>
              </a:ext>
            </a:extLst>
          </p:cNvPr>
          <p:cNvSpPr/>
          <p:nvPr/>
        </p:nvSpPr>
        <p:spPr>
          <a:xfrm rot="16200000" flipH="1">
            <a:off x="-424719" y="5373228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153" name="CuadroTexto 152">
            <a:extLst>
              <a:ext uri="{FF2B5EF4-FFF2-40B4-BE49-F238E27FC236}">
                <a16:creationId xmlns:a16="http://schemas.microsoft.com/office/drawing/2014/main" id="{3CE4ECF8-214C-4A82-0A53-929289AF0551}"/>
              </a:ext>
            </a:extLst>
          </p:cNvPr>
          <p:cNvSpPr txBox="1"/>
          <p:nvPr/>
        </p:nvSpPr>
        <p:spPr>
          <a:xfrm>
            <a:off x="737319" y="1737893"/>
            <a:ext cx="500873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ES" sz="1600" dirty="0">
                <a:latin typeface="Comic Sans MS" panose="030F0702030302020204" pitchFamily="66" charset="0"/>
              </a:rPr>
              <a:t>HTML (Estructura): Lenguaje de marcado que crea la estructura básica de la página web usando etiquetas como &lt;p&gt;, &lt;h1&gt;, &lt;</a:t>
            </a:r>
            <a:r>
              <a:rPr lang="es-ES" sz="1600" dirty="0" err="1">
                <a:latin typeface="Comic Sans MS" panose="030F0702030302020204" pitchFamily="66" charset="0"/>
              </a:rPr>
              <a:t>img</a:t>
            </a:r>
            <a:r>
              <a:rPr lang="es-ES" sz="1600" dirty="0">
                <a:latin typeface="Comic Sans MS" panose="030F0702030302020204" pitchFamily="66" charset="0"/>
              </a:rPr>
              <a:t>&gt;. Es el esqueleto que organiza el contenido.</a:t>
            </a:r>
            <a:br>
              <a:rPr lang="es-ES" sz="1600" dirty="0">
                <a:latin typeface="Comic Sans MS" panose="030F0702030302020204" pitchFamily="66" charset="0"/>
              </a:rPr>
            </a:br>
            <a:br>
              <a:rPr lang="es-ES" sz="1600" dirty="0">
                <a:latin typeface="Comic Sans MS" panose="030F0702030302020204" pitchFamily="66" charset="0"/>
              </a:rPr>
            </a:br>
            <a:r>
              <a:rPr lang="es-ES" sz="1600" dirty="0">
                <a:latin typeface="Comic Sans MS" panose="030F0702030302020204" pitchFamily="66" charset="0"/>
              </a:rPr>
              <a:t>CSS (Estilo): Lenguaje de estilos que define la apariencia visual: colores, fuentes, tamaños y posicionamiento de los elementos HTML. Es la piel y ropa que le da aspecto visual.</a:t>
            </a:r>
            <a:br>
              <a:rPr lang="es-ES" sz="1600" dirty="0">
                <a:latin typeface="Comic Sans MS" panose="030F0702030302020204" pitchFamily="66" charset="0"/>
              </a:rPr>
            </a:br>
            <a:br>
              <a:rPr lang="es-ES" sz="1600" dirty="0">
                <a:latin typeface="Comic Sans MS" panose="030F0702030302020204" pitchFamily="66" charset="0"/>
              </a:rPr>
            </a:br>
            <a:r>
              <a:rPr lang="es-ES" sz="1600" dirty="0">
                <a:latin typeface="Comic Sans MS" panose="030F0702030302020204" pitchFamily="66" charset="0"/>
              </a:rPr>
              <a:t>JavaScript (Funcionalidad): Único lenguaje de programación real que agrega interactividad y movimiento: alertas, animaciones, validaciones y manejo dinámico de datos. Son los músculos que dan vida a la página.</a:t>
            </a:r>
            <a:endParaRPr lang="es-CL" sz="1600" dirty="0">
              <a:latin typeface="Comic Sans MS" panose="030F0702030302020204" pitchFamily="66" charset="0"/>
            </a:endParaRPr>
          </a:p>
        </p:txBody>
      </p:sp>
      <p:pic>
        <p:nvPicPr>
          <p:cNvPr id="154" name="Picture 2" descr="HTML y CSS: Fundamentos para Desarrolladores Web">
            <a:extLst>
              <a:ext uri="{FF2B5EF4-FFF2-40B4-BE49-F238E27FC236}">
                <a16:creationId xmlns:a16="http://schemas.microsoft.com/office/drawing/2014/main" id="{01861273-758D-AB42-21A4-B2183C771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988" y="1148271"/>
            <a:ext cx="4439192" cy="456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7" name="CuadroTexto 156">
            <a:extLst>
              <a:ext uri="{FF2B5EF4-FFF2-40B4-BE49-F238E27FC236}">
                <a16:creationId xmlns:a16="http://schemas.microsoft.com/office/drawing/2014/main" id="{10C217F1-5241-BE0D-6908-4BC62503D21E}"/>
              </a:ext>
            </a:extLst>
          </p:cNvPr>
          <p:cNvSpPr txBox="1"/>
          <p:nvPr/>
        </p:nvSpPr>
        <p:spPr>
          <a:xfrm>
            <a:off x="848820" y="857492"/>
            <a:ext cx="47088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s-ES" b="1" i="0" dirty="0">
                <a:effectLst/>
                <a:latin typeface="Comic Sans MS" panose="030F0702030302020204" pitchFamily="66" charset="0"/>
              </a:rPr>
              <a:t>HTML, CSS y </a:t>
            </a:r>
            <a:r>
              <a:rPr lang="es-ES" b="1" i="0" dirty="0" err="1">
                <a:effectLst/>
                <a:latin typeface="Comic Sans MS" panose="030F0702030302020204" pitchFamily="66" charset="0"/>
              </a:rPr>
              <a:t>Javascript</a:t>
            </a:r>
            <a:r>
              <a:rPr lang="es-ES" b="1" i="0" dirty="0">
                <a:effectLst/>
                <a:latin typeface="Comic Sans MS" panose="030F0702030302020204" pitchFamily="66" charset="0"/>
              </a:rPr>
              <a:t>, ¿cuáles son las diferencias?</a:t>
            </a:r>
          </a:p>
        </p:txBody>
      </p:sp>
    </p:spTree>
    <p:extLst>
      <p:ext uri="{BB962C8B-B14F-4D97-AF65-F5344CB8AC3E}">
        <p14:creationId xmlns:p14="http://schemas.microsoft.com/office/powerpoint/2010/main" val="28015793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1DC05-F380-506F-9433-219F1507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72542D32-8F32-584C-9A67-96D586DF25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5300D"/>
              </a:gs>
              <a:gs pos="100000">
                <a:srgbClr val="441C08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3F700FC-4E06-F899-403F-C4C21ADF9B7E}"/>
              </a:ext>
            </a:extLst>
          </p:cNvPr>
          <p:cNvSpPr/>
          <p:nvPr/>
        </p:nvSpPr>
        <p:spPr>
          <a:xfrm>
            <a:off x="287047" y="234070"/>
            <a:ext cx="5785489" cy="638986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1" name="Grupo 30">
            <a:extLst>
              <a:ext uri="{FF2B5EF4-FFF2-40B4-BE49-F238E27FC236}">
                <a16:creationId xmlns:a16="http://schemas.microsoft.com/office/drawing/2014/main" id="{CCBCF049-38ED-FA87-A679-4481208612C4}"/>
              </a:ext>
            </a:extLst>
          </p:cNvPr>
          <p:cNvGrpSpPr/>
          <p:nvPr/>
        </p:nvGrpSpPr>
        <p:grpSpPr>
          <a:xfrm>
            <a:off x="848820" y="905716"/>
            <a:ext cx="4920675" cy="5046568"/>
            <a:chOff x="6985417" y="1099326"/>
            <a:chExt cx="4661940" cy="5046568"/>
          </a:xfrm>
        </p:grpSpPr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88A79D99-9C77-538B-31ED-0FE5F16E7EC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09932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C9986AED-DBA9-0FD6-64F0-0E257ADB7F1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31874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>
              <a:extLst>
                <a:ext uri="{FF2B5EF4-FFF2-40B4-BE49-F238E27FC236}">
                  <a16:creationId xmlns:a16="http://schemas.microsoft.com/office/drawing/2014/main" id="{FCE9C446-9313-15FE-EB09-7E45AD755C9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53815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EFA0123A-4B40-38A2-2568-1727518F408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75757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C9F85DA7-BA26-141B-2A71-8BB49F104C1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197699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3E42818A-9906-D52C-6640-F931DC9E07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19640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11B610AE-5D86-DF41-3D98-5C644CD5057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41582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066FB184-1825-AB41-8002-B91C5717236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63523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6A41F82-A629-A128-6547-FBCE40D8865C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285465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736BEB2E-C035-15F2-D09F-0B9B8D024BFE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07407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1CD8D58D-7D6A-46FE-5CAE-3C491E14A44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29348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F792B5CC-A380-17C7-CC94-C466D4A24BA3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51290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843A606A-1DFE-BE10-E299-79DD45055DA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73231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37A51B28-211F-A5C1-9C41-C049F9563DD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395173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15F47DCA-1FCC-43E8-9C2E-4068C803492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17115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B0B16FA3-1068-CF70-6607-8702A5007787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39056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FB2E422A-29BE-3777-8523-63FAAB378330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60998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B8B98F37-AFC8-6573-8C1F-B90F3BD18FB2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482939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7FEDF542-F540-0E30-97A6-9E795BBBE5A8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04881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80C14BB3-6459-52B9-295C-9915DA59F8EA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268230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73B0F4F0-69A0-68CC-0984-5267C4BD4A34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487646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0C58CCCB-F8C5-F09E-F936-13C524D691B5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707062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74A5C915-F008-0808-00FE-6EF694594EA1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5926478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E5D09F22-F3EF-6C2F-20BD-A1623D14C9CB}"/>
                </a:ext>
              </a:extLst>
            </p:cNvPr>
            <p:cNvCxnSpPr>
              <a:cxnSpLocks/>
            </p:cNvCxnSpPr>
            <p:nvPr/>
          </p:nvCxnSpPr>
          <p:spPr>
            <a:xfrm>
              <a:off x="6985417" y="6145894"/>
              <a:ext cx="466194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6D6DA08B-BBD8-CFA2-AD31-B0E290967606}"/>
              </a:ext>
            </a:extLst>
          </p:cNvPr>
          <p:cNvGrpSpPr/>
          <p:nvPr/>
        </p:nvGrpSpPr>
        <p:grpSpPr>
          <a:xfrm>
            <a:off x="5857559" y="565044"/>
            <a:ext cx="476882" cy="360000"/>
            <a:chOff x="6096000" y="347171"/>
            <a:chExt cx="476882" cy="360000"/>
          </a:xfrm>
        </p:grpSpPr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6BA27092-120F-A83D-7F1A-FD6BD444A63B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8" name="Rectángulo 67">
              <a:extLst>
                <a:ext uri="{FF2B5EF4-FFF2-40B4-BE49-F238E27FC236}">
                  <a16:creationId xmlns:a16="http://schemas.microsoft.com/office/drawing/2014/main" id="{F4867F60-61DA-DD2C-8981-7A1D19A7EB6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69" name="Arco de bloque 68">
              <a:extLst>
                <a:ext uri="{FF2B5EF4-FFF2-40B4-BE49-F238E27FC236}">
                  <a16:creationId xmlns:a16="http://schemas.microsoft.com/office/drawing/2014/main" id="{D7914FA7-0BDD-33AE-B0BB-0FEAD3BCD8D8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upo 69">
            <a:extLst>
              <a:ext uri="{FF2B5EF4-FFF2-40B4-BE49-F238E27FC236}">
                <a16:creationId xmlns:a16="http://schemas.microsoft.com/office/drawing/2014/main" id="{FFFEA447-1654-C3F7-E12A-BE0567A31827}"/>
              </a:ext>
            </a:extLst>
          </p:cNvPr>
          <p:cNvGrpSpPr/>
          <p:nvPr/>
        </p:nvGrpSpPr>
        <p:grpSpPr>
          <a:xfrm>
            <a:off x="5857559" y="847566"/>
            <a:ext cx="476882" cy="360000"/>
            <a:chOff x="6096000" y="347171"/>
            <a:chExt cx="476882" cy="360000"/>
          </a:xfrm>
        </p:grpSpPr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5FFAC992-4BA4-D03B-D23E-2F5667187FA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72A92B93-A7E6-C58E-2FED-463AA33A4A6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77374602-236D-BB96-80BB-E52A210B8D05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78F0D47F-1AA2-143A-8E3A-9DA1F71D6891}"/>
              </a:ext>
            </a:extLst>
          </p:cNvPr>
          <p:cNvGrpSpPr/>
          <p:nvPr/>
        </p:nvGrpSpPr>
        <p:grpSpPr>
          <a:xfrm>
            <a:off x="5857559" y="1130088"/>
            <a:ext cx="476882" cy="360000"/>
            <a:chOff x="6096000" y="347171"/>
            <a:chExt cx="476882" cy="360000"/>
          </a:xfrm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47C1DC8E-AA61-6971-E7C5-56691414169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6" name="Rectángulo 75">
              <a:extLst>
                <a:ext uri="{FF2B5EF4-FFF2-40B4-BE49-F238E27FC236}">
                  <a16:creationId xmlns:a16="http://schemas.microsoft.com/office/drawing/2014/main" id="{58F49BCF-77F7-70C8-83C8-EEA60AB0C9B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7" name="Arco de bloque 76">
              <a:extLst>
                <a:ext uri="{FF2B5EF4-FFF2-40B4-BE49-F238E27FC236}">
                  <a16:creationId xmlns:a16="http://schemas.microsoft.com/office/drawing/2014/main" id="{9B5E9097-4B25-ABAB-894B-5D4534B1D36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46E555AA-B349-924B-10CA-21244B5AE8CA}"/>
              </a:ext>
            </a:extLst>
          </p:cNvPr>
          <p:cNvGrpSpPr/>
          <p:nvPr/>
        </p:nvGrpSpPr>
        <p:grpSpPr>
          <a:xfrm>
            <a:off x="5857559" y="1412610"/>
            <a:ext cx="476882" cy="360000"/>
            <a:chOff x="6096000" y="347171"/>
            <a:chExt cx="476882" cy="360000"/>
          </a:xfrm>
        </p:grpSpPr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B671595F-FCAD-410B-4E52-744D90FADBE6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E4E3AE86-2A8E-9522-95AA-B4FF0A2AC035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1" name="Arco de bloque 80">
              <a:extLst>
                <a:ext uri="{FF2B5EF4-FFF2-40B4-BE49-F238E27FC236}">
                  <a16:creationId xmlns:a16="http://schemas.microsoft.com/office/drawing/2014/main" id="{48B56FCF-A77E-47B9-54A4-7D2CBB87206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Grupo 81">
            <a:extLst>
              <a:ext uri="{FF2B5EF4-FFF2-40B4-BE49-F238E27FC236}">
                <a16:creationId xmlns:a16="http://schemas.microsoft.com/office/drawing/2014/main" id="{A0F4E205-889E-FA69-8E07-652137448F14}"/>
              </a:ext>
            </a:extLst>
          </p:cNvPr>
          <p:cNvGrpSpPr/>
          <p:nvPr/>
        </p:nvGrpSpPr>
        <p:grpSpPr>
          <a:xfrm>
            <a:off x="5857559" y="1695132"/>
            <a:ext cx="476882" cy="360000"/>
            <a:chOff x="6096000" y="347171"/>
            <a:chExt cx="476882" cy="360000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C029667C-2679-2345-D244-F608B2427D4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B4CC2612-80AF-415D-C99C-BF5D386B5866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5" name="Arco de bloque 84">
              <a:extLst>
                <a:ext uri="{FF2B5EF4-FFF2-40B4-BE49-F238E27FC236}">
                  <a16:creationId xmlns:a16="http://schemas.microsoft.com/office/drawing/2014/main" id="{44BF616C-457C-2D7E-3AFB-2F2E83E4D4AC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Grupo 85">
            <a:extLst>
              <a:ext uri="{FF2B5EF4-FFF2-40B4-BE49-F238E27FC236}">
                <a16:creationId xmlns:a16="http://schemas.microsoft.com/office/drawing/2014/main" id="{F46E637F-D34D-E5AD-BD78-DF491903D759}"/>
              </a:ext>
            </a:extLst>
          </p:cNvPr>
          <p:cNvGrpSpPr/>
          <p:nvPr/>
        </p:nvGrpSpPr>
        <p:grpSpPr>
          <a:xfrm>
            <a:off x="5857559" y="1977654"/>
            <a:ext cx="476882" cy="360000"/>
            <a:chOff x="6096000" y="347171"/>
            <a:chExt cx="476882" cy="360000"/>
          </a:xfrm>
        </p:grpSpPr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55D1E4F6-9F29-2B7D-1A91-62E92461C96C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763E3230-5B9F-D1E6-6586-85596304AD2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89" name="Arco de bloque 88">
              <a:extLst>
                <a:ext uri="{FF2B5EF4-FFF2-40B4-BE49-F238E27FC236}">
                  <a16:creationId xmlns:a16="http://schemas.microsoft.com/office/drawing/2014/main" id="{4ED5A358-D9DB-E54D-3FCF-7300283DFAE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0" name="Grupo 89">
            <a:extLst>
              <a:ext uri="{FF2B5EF4-FFF2-40B4-BE49-F238E27FC236}">
                <a16:creationId xmlns:a16="http://schemas.microsoft.com/office/drawing/2014/main" id="{DAA10512-7907-93EF-29E1-8E1990A3BA45}"/>
              </a:ext>
            </a:extLst>
          </p:cNvPr>
          <p:cNvGrpSpPr/>
          <p:nvPr/>
        </p:nvGrpSpPr>
        <p:grpSpPr>
          <a:xfrm>
            <a:off x="5857559" y="2260176"/>
            <a:ext cx="476882" cy="360000"/>
            <a:chOff x="6096000" y="347171"/>
            <a:chExt cx="476882" cy="360000"/>
          </a:xfrm>
        </p:grpSpPr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70685039-8205-F2C8-8CD6-F040DEE90623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D35BA71D-F881-0194-6FDA-6B7299060223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3" name="Arco de bloque 92">
              <a:extLst>
                <a:ext uri="{FF2B5EF4-FFF2-40B4-BE49-F238E27FC236}">
                  <a16:creationId xmlns:a16="http://schemas.microsoft.com/office/drawing/2014/main" id="{F8D4BDB9-FB83-611E-56A2-A1397B5F7C8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4" name="Grupo 93">
            <a:extLst>
              <a:ext uri="{FF2B5EF4-FFF2-40B4-BE49-F238E27FC236}">
                <a16:creationId xmlns:a16="http://schemas.microsoft.com/office/drawing/2014/main" id="{CE437247-22FF-C892-2B3A-523CB21B3786}"/>
              </a:ext>
            </a:extLst>
          </p:cNvPr>
          <p:cNvGrpSpPr/>
          <p:nvPr/>
        </p:nvGrpSpPr>
        <p:grpSpPr>
          <a:xfrm>
            <a:off x="5857559" y="2542698"/>
            <a:ext cx="476882" cy="360000"/>
            <a:chOff x="6096000" y="347171"/>
            <a:chExt cx="476882" cy="360000"/>
          </a:xfrm>
        </p:grpSpPr>
        <p:sp>
          <p:nvSpPr>
            <p:cNvPr id="95" name="Rectángulo 94">
              <a:extLst>
                <a:ext uri="{FF2B5EF4-FFF2-40B4-BE49-F238E27FC236}">
                  <a16:creationId xmlns:a16="http://schemas.microsoft.com/office/drawing/2014/main" id="{77D0A643-D0AC-6F2B-DAD0-4B99FC3CD3E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6" name="Rectángulo 95">
              <a:extLst>
                <a:ext uri="{FF2B5EF4-FFF2-40B4-BE49-F238E27FC236}">
                  <a16:creationId xmlns:a16="http://schemas.microsoft.com/office/drawing/2014/main" id="{9F169B2E-7324-037E-922A-D48D8CD7BC1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97" name="Arco de bloque 96">
              <a:extLst>
                <a:ext uri="{FF2B5EF4-FFF2-40B4-BE49-F238E27FC236}">
                  <a16:creationId xmlns:a16="http://schemas.microsoft.com/office/drawing/2014/main" id="{D9514CBF-920C-E87D-D5FC-434FADEE58D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2C6E010B-5530-D511-9C2B-E6CDBD921110}"/>
              </a:ext>
            </a:extLst>
          </p:cNvPr>
          <p:cNvGrpSpPr/>
          <p:nvPr/>
        </p:nvGrpSpPr>
        <p:grpSpPr>
          <a:xfrm>
            <a:off x="5857559" y="2825220"/>
            <a:ext cx="476882" cy="360000"/>
            <a:chOff x="6096000" y="347171"/>
            <a:chExt cx="476882" cy="360000"/>
          </a:xfrm>
        </p:grpSpPr>
        <p:sp>
          <p:nvSpPr>
            <p:cNvPr id="99" name="Rectángulo 98">
              <a:extLst>
                <a:ext uri="{FF2B5EF4-FFF2-40B4-BE49-F238E27FC236}">
                  <a16:creationId xmlns:a16="http://schemas.microsoft.com/office/drawing/2014/main" id="{ED69DF93-703D-4D82-3423-B924019B4C3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0" name="Rectángulo 99">
              <a:extLst>
                <a:ext uri="{FF2B5EF4-FFF2-40B4-BE49-F238E27FC236}">
                  <a16:creationId xmlns:a16="http://schemas.microsoft.com/office/drawing/2014/main" id="{3557EBBE-D041-8376-B32F-6DDEA29F086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1" name="Arco de bloque 100">
              <a:extLst>
                <a:ext uri="{FF2B5EF4-FFF2-40B4-BE49-F238E27FC236}">
                  <a16:creationId xmlns:a16="http://schemas.microsoft.com/office/drawing/2014/main" id="{F309658C-F61D-592B-0956-8FD42A4A6F57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A92F526E-3E99-E6F5-D2A1-6E11D8534819}"/>
              </a:ext>
            </a:extLst>
          </p:cNvPr>
          <p:cNvGrpSpPr/>
          <p:nvPr/>
        </p:nvGrpSpPr>
        <p:grpSpPr>
          <a:xfrm>
            <a:off x="5857559" y="3107742"/>
            <a:ext cx="476882" cy="360000"/>
            <a:chOff x="6096000" y="347171"/>
            <a:chExt cx="476882" cy="360000"/>
          </a:xfrm>
        </p:grpSpPr>
        <p:sp>
          <p:nvSpPr>
            <p:cNvPr id="103" name="Rectángulo 102">
              <a:extLst>
                <a:ext uri="{FF2B5EF4-FFF2-40B4-BE49-F238E27FC236}">
                  <a16:creationId xmlns:a16="http://schemas.microsoft.com/office/drawing/2014/main" id="{1C98997B-F48E-8B03-CD2D-F2E59BC9B572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4" name="Rectángulo 103">
              <a:extLst>
                <a:ext uri="{FF2B5EF4-FFF2-40B4-BE49-F238E27FC236}">
                  <a16:creationId xmlns:a16="http://schemas.microsoft.com/office/drawing/2014/main" id="{6879DE57-971B-8AF5-8100-1990DCA181F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5" name="Arco de bloque 104">
              <a:extLst>
                <a:ext uri="{FF2B5EF4-FFF2-40B4-BE49-F238E27FC236}">
                  <a16:creationId xmlns:a16="http://schemas.microsoft.com/office/drawing/2014/main" id="{5B17E28B-CBBF-7E4F-8729-AE3256B74F8A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06" name="Grupo 105">
            <a:extLst>
              <a:ext uri="{FF2B5EF4-FFF2-40B4-BE49-F238E27FC236}">
                <a16:creationId xmlns:a16="http://schemas.microsoft.com/office/drawing/2014/main" id="{A7EDDAE6-352A-16B7-DB01-F620DF094DE7}"/>
              </a:ext>
            </a:extLst>
          </p:cNvPr>
          <p:cNvGrpSpPr/>
          <p:nvPr/>
        </p:nvGrpSpPr>
        <p:grpSpPr>
          <a:xfrm>
            <a:off x="5857559" y="3390264"/>
            <a:ext cx="476882" cy="360000"/>
            <a:chOff x="6096000" y="347171"/>
            <a:chExt cx="476882" cy="360000"/>
          </a:xfrm>
        </p:grpSpPr>
        <p:sp>
          <p:nvSpPr>
            <p:cNvPr id="107" name="Rectángulo 106">
              <a:extLst>
                <a:ext uri="{FF2B5EF4-FFF2-40B4-BE49-F238E27FC236}">
                  <a16:creationId xmlns:a16="http://schemas.microsoft.com/office/drawing/2014/main" id="{4BBBEE4E-2FB4-0886-1FDE-1F3D59C5B415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8" name="Rectángulo 107">
              <a:extLst>
                <a:ext uri="{FF2B5EF4-FFF2-40B4-BE49-F238E27FC236}">
                  <a16:creationId xmlns:a16="http://schemas.microsoft.com/office/drawing/2014/main" id="{64E79761-BC5F-AE16-91D2-A2D352BF85A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09" name="Arco de bloque 108">
              <a:extLst>
                <a:ext uri="{FF2B5EF4-FFF2-40B4-BE49-F238E27FC236}">
                  <a16:creationId xmlns:a16="http://schemas.microsoft.com/office/drawing/2014/main" id="{12C71157-7A51-AE0B-2709-4B8CB3B93A9E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0" name="Grupo 109">
            <a:extLst>
              <a:ext uri="{FF2B5EF4-FFF2-40B4-BE49-F238E27FC236}">
                <a16:creationId xmlns:a16="http://schemas.microsoft.com/office/drawing/2014/main" id="{96002795-9069-E355-F2C6-47F407FCEEBC}"/>
              </a:ext>
            </a:extLst>
          </p:cNvPr>
          <p:cNvGrpSpPr/>
          <p:nvPr/>
        </p:nvGrpSpPr>
        <p:grpSpPr>
          <a:xfrm>
            <a:off x="5857559" y="3672786"/>
            <a:ext cx="476882" cy="360000"/>
            <a:chOff x="6096000" y="347171"/>
            <a:chExt cx="476882" cy="360000"/>
          </a:xfrm>
        </p:grpSpPr>
        <p:sp>
          <p:nvSpPr>
            <p:cNvPr id="111" name="Rectángulo 110">
              <a:extLst>
                <a:ext uri="{FF2B5EF4-FFF2-40B4-BE49-F238E27FC236}">
                  <a16:creationId xmlns:a16="http://schemas.microsoft.com/office/drawing/2014/main" id="{7F0A13C2-40B0-2B7A-8752-3DE75B1170FD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2" name="Rectángulo 111">
              <a:extLst>
                <a:ext uri="{FF2B5EF4-FFF2-40B4-BE49-F238E27FC236}">
                  <a16:creationId xmlns:a16="http://schemas.microsoft.com/office/drawing/2014/main" id="{FD2FD175-C057-2E9D-4AE4-282BFF6FD85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3" name="Arco de bloque 112">
              <a:extLst>
                <a:ext uri="{FF2B5EF4-FFF2-40B4-BE49-F238E27FC236}">
                  <a16:creationId xmlns:a16="http://schemas.microsoft.com/office/drawing/2014/main" id="{9CAE49E1-20F8-EC4F-89DD-A4E68D447A4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FD1BD016-96D1-28B9-6316-87DA57A4162C}"/>
              </a:ext>
            </a:extLst>
          </p:cNvPr>
          <p:cNvGrpSpPr/>
          <p:nvPr/>
        </p:nvGrpSpPr>
        <p:grpSpPr>
          <a:xfrm>
            <a:off x="5857559" y="3955308"/>
            <a:ext cx="476882" cy="360000"/>
            <a:chOff x="6096000" y="347171"/>
            <a:chExt cx="476882" cy="360000"/>
          </a:xfrm>
        </p:grpSpPr>
        <p:sp>
          <p:nvSpPr>
            <p:cNvPr id="115" name="Rectángulo 114">
              <a:extLst>
                <a:ext uri="{FF2B5EF4-FFF2-40B4-BE49-F238E27FC236}">
                  <a16:creationId xmlns:a16="http://schemas.microsoft.com/office/drawing/2014/main" id="{11977E44-E711-3714-5DDB-D7409B8B00C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6" name="Rectángulo 115">
              <a:extLst>
                <a:ext uri="{FF2B5EF4-FFF2-40B4-BE49-F238E27FC236}">
                  <a16:creationId xmlns:a16="http://schemas.microsoft.com/office/drawing/2014/main" id="{1DCA22D8-CE43-B189-A4EA-4B73D2CFE63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17" name="Arco de bloque 116">
              <a:extLst>
                <a:ext uri="{FF2B5EF4-FFF2-40B4-BE49-F238E27FC236}">
                  <a16:creationId xmlns:a16="http://schemas.microsoft.com/office/drawing/2014/main" id="{3527EDD8-382D-C61A-86D5-A9D8AC39D9E9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18" name="Grupo 117">
            <a:extLst>
              <a:ext uri="{FF2B5EF4-FFF2-40B4-BE49-F238E27FC236}">
                <a16:creationId xmlns:a16="http://schemas.microsoft.com/office/drawing/2014/main" id="{6325DA41-7AEB-A99A-DFE3-50C974DC057C}"/>
              </a:ext>
            </a:extLst>
          </p:cNvPr>
          <p:cNvGrpSpPr/>
          <p:nvPr/>
        </p:nvGrpSpPr>
        <p:grpSpPr>
          <a:xfrm>
            <a:off x="5857559" y="4237830"/>
            <a:ext cx="476882" cy="360000"/>
            <a:chOff x="6096000" y="347171"/>
            <a:chExt cx="476882" cy="360000"/>
          </a:xfrm>
        </p:grpSpPr>
        <p:sp>
          <p:nvSpPr>
            <p:cNvPr id="119" name="Rectángulo 118">
              <a:extLst>
                <a:ext uri="{FF2B5EF4-FFF2-40B4-BE49-F238E27FC236}">
                  <a16:creationId xmlns:a16="http://schemas.microsoft.com/office/drawing/2014/main" id="{ACE87721-23EC-71F0-ABFC-043B3A6D2AD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0" name="Rectángulo 119">
              <a:extLst>
                <a:ext uri="{FF2B5EF4-FFF2-40B4-BE49-F238E27FC236}">
                  <a16:creationId xmlns:a16="http://schemas.microsoft.com/office/drawing/2014/main" id="{04699D02-C4B3-A55F-E61C-198A5AF74D5A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1" name="Arco de bloque 120">
              <a:extLst>
                <a:ext uri="{FF2B5EF4-FFF2-40B4-BE49-F238E27FC236}">
                  <a16:creationId xmlns:a16="http://schemas.microsoft.com/office/drawing/2014/main" id="{E1267854-1B52-57BE-7CCC-F7E01270CCC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upo 121">
            <a:extLst>
              <a:ext uri="{FF2B5EF4-FFF2-40B4-BE49-F238E27FC236}">
                <a16:creationId xmlns:a16="http://schemas.microsoft.com/office/drawing/2014/main" id="{3CF3EA19-0813-116C-70D9-B81205EDFAD5}"/>
              </a:ext>
            </a:extLst>
          </p:cNvPr>
          <p:cNvGrpSpPr/>
          <p:nvPr/>
        </p:nvGrpSpPr>
        <p:grpSpPr>
          <a:xfrm>
            <a:off x="5857559" y="4520352"/>
            <a:ext cx="476882" cy="360000"/>
            <a:chOff x="6096000" y="347171"/>
            <a:chExt cx="476882" cy="360000"/>
          </a:xfrm>
        </p:grpSpPr>
        <p:sp>
          <p:nvSpPr>
            <p:cNvPr id="123" name="Rectángulo 122">
              <a:extLst>
                <a:ext uri="{FF2B5EF4-FFF2-40B4-BE49-F238E27FC236}">
                  <a16:creationId xmlns:a16="http://schemas.microsoft.com/office/drawing/2014/main" id="{AE8FC76F-7241-8F2A-6E3A-88D0D0F622B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4" name="Rectángulo 123">
              <a:extLst>
                <a:ext uri="{FF2B5EF4-FFF2-40B4-BE49-F238E27FC236}">
                  <a16:creationId xmlns:a16="http://schemas.microsoft.com/office/drawing/2014/main" id="{128C8A30-141A-70A2-9351-53049CEFCD2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5" name="Arco de bloque 124">
              <a:extLst>
                <a:ext uri="{FF2B5EF4-FFF2-40B4-BE49-F238E27FC236}">
                  <a16:creationId xmlns:a16="http://schemas.microsoft.com/office/drawing/2014/main" id="{11CB8782-4904-3B41-D619-0419D0D321B6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26" name="Grupo 125">
            <a:extLst>
              <a:ext uri="{FF2B5EF4-FFF2-40B4-BE49-F238E27FC236}">
                <a16:creationId xmlns:a16="http://schemas.microsoft.com/office/drawing/2014/main" id="{5FBFC18B-F0DF-9DD1-FDE9-2E791FFF6D75}"/>
              </a:ext>
            </a:extLst>
          </p:cNvPr>
          <p:cNvGrpSpPr/>
          <p:nvPr/>
        </p:nvGrpSpPr>
        <p:grpSpPr>
          <a:xfrm>
            <a:off x="5857559" y="4802874"/>
            <a:ext cx="476882" cy="360000"/>
            <a:chOff x="6096000" y="347171"/>
            <a:chExt cx="476882" cy="360000"/>
          </a:xfrm>
        </p:grpSpPr>
        <p:sp>
          <p:nvSpPr>
            <p:cNvPr id="127" name="Rectángulo 126">
              <a:extLst>
                <a:ext uri="{FF2B5EF4-FFF2-40B4-BE49-F238E27FC236}">
                  <a16:creationId xmlns:a16="http://schemas.microsoft.com/office/drawing/2014/main" id="{D23C4A44-D23B-FA77-9D2D-BB585F0A6050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8" name="Rectángulo 127">
              <a:extLst>
                <a:ext uri="{FF2B5EF4-FFF2-40B4-BE49-F238E27FC236}">
                  <a16:creationId xmlns:a16="http://schemas.microsoft.com/office/drawing/2014/main" id="{C7F4EC68-6EB8-4CD1-793D-DADD0CAEE191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29" name="Arco de bloque 128">
              <a:extLst>
                <a:ext uri="{FF2B5EF4-FFF2-40B4-BE49-F238E27FC236}">
                  <a16:creationId xmlns:a16="http://schemas.microsoft.com/office/drawing/2014/main" id="{1B1308C6-B333-4276-5B61-1D031323C65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0" name="Grupo 129">
            <a:extLst>
              <a:ext uri="{FF2B5EF4-FFF2-40B4-BE49-F238E27FC236}">
                <a16:creationId xmlns:a16="http://schemas.microsoft.com/office/drawing/2014/main" id="{E60CAE0B-3403-F8D6-C232-1506724FA329}"/>
              </a:ext>
            </a:extLst>
          </p:cNvPr>
          <p:cNvGrpSpPr/>
          <p:nvPr/>
        </p:nvGrpSpPr>
        <p:grpSpPr>
          <a:xfrm>
            <a:off x="5857559" y="5085396"/>
            <a:ext cx="476882" cy="360000"/>
            <a:chOff x="6096000" y="347171"/>
            <a:chExt cx="476882" cy="360000"/>
          </a:xfrm>
        </p:grpSpPr>
        <p:sp>
          <p:nvSpPr>
            <p:cNvPr id="131" name="Rectángulo 130">
              <a:extLst>
                <a:ext uri="{FF2B5EF4-FFF2-40B4-BE49-F238E27FC236}">
                  <a16:creationId xmlns:a16="http://schemas.microsoft.com/office/drawing/2014/main" id="{2594CC26-EDA8-D4AF-9913-34165ACB1D71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2" name="Rectángulo 131">
              <a:extLst>
                <a:ext uri="{FF2B5EF4-FFF2-40B4-BE49-F238E27FC236}">
                  <a16:creationId xmlns:a16="http://schemas.microsoft.com/office/drawing/2014/main" id="{ECF6D453-E93B-B517-BA18-B6BC2BA191D7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3" name="Arco de bloque 132">
              <a:extLst>
                <a:ext uri="{FF2B5EF4-FFF2-40B4-BE49-F238E27FC236}">
                  <a16:creationId xmlns:a16="http://schemas.microsoft.com/office/drawing/2014/main" id="{5586AD0A-6320-7FA2-AF0D-B3693C3F89FF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90584045-2501-33C6-1039-8C1CF32B2439}"/>
              </a:ext>
            </a:extLst>
          </p:cNvPr>
          <p:cNvGrpSpPr/>
          <p:nvPr/>
        </p:nvGrpSpPr>
        <p:grpSpPr>
          <a:xfrm>
            <a:off x="5857559" y="5367918"/>
            <a:ext cx="476882" cy="360000"/>
            <a:chOff x="6096000" y="347171"/>
            <a:chExt cx="476882" cy="360000"/>
          </a:xfrm>
        </p:grpSpPr>
        <p:sp>
          <p:nvSpPr>
            <p:cNvPr id="135" name="Rectángulo 134">
              <a:extLst>
                <a:ext uri="{FF2B5EF4-FFF2-40B4-BE49-F238E27FC236}">
                  <a16:creationId xmlns:a16="http://schemas.microsoft.com/office/drawing/2014/main" id="{9CEE91B5-9AEA-1069-4819-2926838000F9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6" name="Rectángulo 135">
              <a:extLst>
                <a:ext uri="{FF2B5EF4-FFF2-40B4-BE49-F238E27FC236}">
                  <a16:creationId xmlns:a16="http://schemas.microsoft.com/office/drawing/2014/main" id="{AF5D272D-6CF0-85DC-BC64-550AAF4802CF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37" name="Arco de bloque 136">
              <a:extLst>
                <a:ext uri="{FF2B5EF4-FFF2-40B4-BE49-F238E27FC236}">
                  <a16:creationId xmlns:a16="http://schemas.microsoft.com/office/drawing/2014/main" id="{0738C4F2-FA1D-0F47-1197-B805B06DF870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49189368-2035-B032-E777-EB4F92104700}"/>
              </a:ext>
            </a:extLst>
          </p:cNvPr>
          <p:cNvGrpSpPr/>
          <p:nvPr/>
        </p:nvGrpSpPr>
        <p:grpSpPr>
          <a:xfrm>
            <a:off x="5857559" y="5650440"/>
            <a:ext cx="476882" cy="360000"/>
            <a:chOff x="6096000" y="347171"/>
            <a:chExt cx="476882" cy="360000"/>
          </a:xfrm>
        </p:grpSpPr>
        <p:sp>
          <p:nvSpPr>
            <p:cNvPr id="139" name="Rectángulo 138">
              <a:extLst>
                <a:ext uri="{FF2B5EF4-FFF2-40B4-BE49-F238E27FC236}">
                  <a16:creationId xmlns:a16="http://schemas.microsoft.com/office/drawing/2014/main" id="{C467BFD5-89FE-4A56-8E5B-BAB4602DE08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0" name="Rectángulo 139">
              <a:extLst>
                <a:ext uri="{FF2B5EF4-FFF2-40B4-BE49-F238E27FC236}">
                  <a16:creationId xmlns:a16="http://schemas.microsoft.com/office/drawing/2014/main" id="{2CB67CA9-B182-455B-67ED-DF3F0359F70E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1" name="Arco de bloque 140">
              <a:extLst>
                <a:ext uri="{FF2B5EF4-FFF2-40B4-BE49-F238E27FC236}">
                  <a16:creationId xmlns:a16="http://schemas.microsoft.com/office/drawing/2014/main" id="{4A0AC528-E291-F8EA-1BF2-78713BE21E6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2" name="Grupo 141">
            <a:extLst>
              <a:ext uri="{FF2B5EF4-FFF2-40B4-BE49-F238E27FC236}">
                <a16:creationId xmlns:a16="http://schemas.microsoft.com/office/drawing/2014/main" id="{73AA14DD-9C99-F29D-14FC-853C9A95753A}"/>
              </a:ext>
            </a:extLst>
          </p:cNvPr>
          <p:cNvGrpSpPr/>
          <p:nvPr/>
        </p:nvGrpSpPr>
        <p:grpSpPr>
          <a:xfrm>
            <a:off x="5857559" y="5932962"/>
            <a:ext cx="476882" cy="360000"/>
            <a:chOff x="6096000" y="347171"/>
            <a:chExt cx="476882" cy="360000"/>
          </a:xfrm>
        </p:grpSpPr>
        <p:sp>
          <p:nvSpPr>
            <p:cNvPr id="143" name="Rectángulo 142">
              <a:extLst>
                <a:ext uri="{FF2B5EF4-FFF2-40B4-BE49-F238E27FC236}">
                  <a16:creationId xmlns:a16="http://schemas.microsoft.com/office/drawing/2014/main" id="{80B128CA-DC46-E3A8-26E4-AA60C116BE0E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4" name="Rectángulo 143">
              <a:extLst>
                <a:ext uri="{FF2B5EF4-FFF2-40B4-BE49-F238E27FC236}">
                  <a16:creationId xmlns:a16="http://schemas.microsoft.com/office/drawing/2014/main" id="{53D87DD0-CF10-D141-7A77-7F6B516384F2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5" name="Arco de bloque 144">
              <a:extLst>
                <a:ext uri="{FF2B5EF4-FFF2-40B4-BE49-F238E27FC236}">
                  <a16:creationId xmlns:a16="http://schemas.microsoft.com/office/drawing/2014/main" id="{F4707A91-F164-9DC9-D720-1916E2012352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grpSp>
        <p:nvGrpSpPr>
          <p:cNvPr id="146" name="Grupo 145">
            <a:extLst>
              <a:ext uri="{FF2B5EF4-FFF2-40B4-BE49-F238E27FC236}">
                <a16:creationId xmlns:a16="http://schemas.microsoft.com/office/drawing/2014/main" id="{E7A01B5A-2ABA-7E8C-6026-D0291E29A494}"/>
              </a:ext>
            </a:extLst>
          </p:cNvPr>
          <p:cNvGrpSpPr/>
          <p:nvPr/>
        </p:nvGrpSpPr>
        <p:grpSpPr>
          <a:xfrm>
            <a:off x="5857559" y="6215484"/>
            <a:ext cx="476882" cy="360000"/>
            <a:chOff x="6096000" y="347171"/>
            <a:chExt cx="476882" cy="360000"/>
          </a:xfrm>
        </p:grpSpPr>
        <p:sp>
          <p:nvSpPr>
            <p:cNvPr id="147" name="Rectángulo 146">
              <a:extLst>
                <a:ext uri="{FF2B5EF4-FFF2-40B4-BE49-F238E27FC236}">
                  <a16:creationId xmlns:a16="http://schemas.microsoft.com/office/drawing/2014/main" id="{84ACA4E2-5B78-1466-789B-96BD2934D664}"/>
                </a:ext>
              </a:extLst>
            </p:cNvPr>
            <p:cNvSpPr/>
            <p:nvPr/>
          </p:nvSpPr>
          <p:spPr>
            <a:xfrm>
              <a:off x="6370476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8" name="Rectángulo 147">
              <a:extLst>
                <a:ext uri="{FF2B5EF4-FFF2-40B4-BE49-F238E27FC236}">
                  <a16:creationId xmlns:a16="http://schemas.microsoft.com/office/drawing/2014/main" id="{7E2EBCDF-CE4F-B219-7B59-9908819D34AC}"/>
                </a:ext>
              </a:extLst>
            </p:cNvPr>
            <p:cNvSpPr/>
            <p:nvPr/>
          </p:nvSpPr>
          <p:spPr>
            <a:xfrm>
              <a:off x="6096000" y="454543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9" name="Arco de bloque 148">
              <a:extLst>
                <a:ext uri="{FF2B5EF4-FFF2-40B4-BE49-F238E27FC236}">
                  <a16:creationId xmlns:a16="http://schemas.microsoft.com/office/drawing/2014/main" id="{42FE9568-7FC9-FB52-B870-4857BDD92E84}"/>
                </a:ext>
              </a:extLst>
            </p:cNvPr>
            <p:cNvSpPr/>
            <p:nvPr/>
          </p:nvSpPr>
          <p:spPr>
            <a:xfrm>
              <a:off x="6142928" y="347171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</p:grpSp>
      <p:sp>
        <p:nvSpPr>
          <p:cNvPr id="2" name="Rectángulo: esquinas superiores redondeadas 1">
            <a:extLst>
              <a:ext uri="{FF2B5EF4-FFF2-40B4-BE49-F238E27FC236}">
                <a16:creationId xmlns:a16="http://schemas.microsoft.com/office/drawing/2014/main" id="{FCB45BFB-2BA7-7186-5E6D-F0EE5B2BB9D6}"/>
              </a:ext>
            </a:extLst>
          </p:cNvPr>
          <p:cNvSpPr/>
          <p:nvPr/>
        </p:nvSpPr>
        <p:spPr>
          <a:xfrm rot="16200000" flipH="1">
            <a:off x="-414478" y="715611"/>
            <a:ext cx="1364105" cy="535150"/>
          </a:xfrm>
          <a:prstGeom prst="round2Same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1</a:t>
            </a:r>
          </a:p>
        </p:txBody>
      </p:sp>
      <p:sp>
        <p:nvSpPr>
          <p:cNvPr id="5" name="Rectángulo: esquinas superiores redondeadas 4">
            <a:extLst>
              <a:ext uri="{FF2B5EF4-FFF2-40B4-BE49-F238E27FC236}">
                <a16:creationId xmlns:a16="http://schemas.microsoft.com/office/drawing/2014/main" id="{70CDB38A-44C8-F0DD-063E-D2B8B4E6BA9E}"/>
              </a:ext>
            </a:extLst>
          </p:cNvPr>
          <p:cNvSpPr/>
          <p:nvPr/>
        </p:nvSpPr>
        <p:spPr>
          <a:xfrm rot="16200000" flipH="1">
            <a:off x="-407577" y="3820690"/>
            <a:ext cx="1364105" cy="535150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3</a:t>
            </a:r>
          </a:p>
        </p:txBody>
      </p:sp>
      <p:sp>
        <p:nvSpPr>
          <p:cNvPr id="6" name="Rectángulo: esquinas superiores redondeadas 5">
            <a:extLst>
              <a:ext uri="{FF2B5EF4-FFF2-40B4-BE49-F238E27FC236}">
                <a16:creationId xmlns:a16="http://schemas.microsoft.com/office/drawing/2014/main" id="{B66AFF36-62AF-ADCB-42BB-BCCCBE413250}"/>
              </a:ext>
            </a:extLst>
          </p:cNvPr>
          <p:cNvSpPr/>
          <p:nvPr/>
        </p:nvSpPr>
        <p:spPr>
          <a:xfrm rot="16200000" flipH="1">
            <a:off x="-424719" y="5373228"/>
            <a:ext cx="1364105" cy="535150"/>
          </a:xfrm>
          <a:prstGeom prst="round2Same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9987D4C-FEAB-E6D4-D330-D60486FF1FAA}"/>
              </a:ext>
            </a:extLst>
          </p:cNvPr>
          <p:cNvSpPr txBox="1"/>
          <p:nvPr/>
        </p:nvSpPr>
        <p:spPr>
          <a:xfrm>
            <a:off x="836249" y="823573"/>
            <a:ext cx="3297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latin typeface="Comic Sans MS" panose="030F0702030302020204" pitchFamily="66" charset="0"/>
              </a:rPr>
              <a:t>Conclusión</a:t>
            </a:r>
          </a:p>
        </p:txBody>
      </p:sp>
      <p:sp>
        <p:nvSpPr>
          <p:cNvPr id="9" name="Rectángulo: esquinas superiores redondeadas 8">
            <a:extLst>
              <a:ext uri="{FF2B5EF4-FFF2-40B4-BE49-F238E27FC236}">
                <a16:creationId xmlns:a16="http://schemas.microsoft.com/office/drawing/2014/main" id="{B5E3CA42-B56B-27F1-177B-33072384541A}"/>
              </a:ext>
            </a:extLst>
          </p:cNvPr>
          <p:cNvSpPr/>
          <p:nvPr/>
        </p:nvSpPr>
        <p:spPr>
          <a:xfrm rot="16200000" flipH="1">
            <a:off x="-412243" y="2235592"/>
            <a:ext cx="1364105" cy="535150"/>
          </a:xfrm>
          <a:prstGeom prst="round2Same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>
                <a:latin typeface="Britannic Bold" panose="020B0903060703020204" pitchFamily="34" charset="0"/>
              </a:rPr>
              <a:t>Parte 2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DBC75A3-1246-A2CD-9878-17AA6FEBEECE}"/>
              </a:ext>
            </a:extLst>
          </p:cNvPr>
          <p:cNvSpPr txBox="1"/>
          <p:nvPr/>
        </p:nvSpPr>
        <p:spPr>
          <a:xfrm>
            <a:off x="815297" y="1563963"/>
            <a:ext cx="49723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L" sz="1600" dirty="0">
                <a:latin typeface="Comic Sans MS" panose="030F0702030302020204" pitchFamily="66" charset="0"/>
              </a:rPr>
              <a:t>Concluyo que soy un tipo genial :D</a:t>
            </a:r>
          </a:p>
        </p:txBody>
      </p:sp>
      <p:pic>
        <p:nvPicPr>
          <p:cNvPr id="3" name="Imagen 2" descr="Bandera de colores&#10;&#10;El contenido generado por IA puede ser incorrecto.">
            <a:extLst>
              <a:ext uri="{FF2B5EF4-FFF2-40B4-BE49-F238E27FC236}">
                <a16:creationId xmlns:a16="http://schemas.microsoft.com/office/drawing/2014/main" id="{AAFDCF14-DEFC-9027-39FE-81F2B0E6CC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56" y="3524590"/>
            <a:ext cx="2257425" cy="250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7788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slow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1CF76B21-A728-AE1F-19B7-9B840A7DFB54}"/>
              </a:ext>
            </a:extLst>
          </p:cNvPr>
          <p:cNvGrpSpPr/>
          <p:nvPr/>
        </p:nvGrpSpPr>
        <p:grpSpPr>
          <a:xfrm flipH="1">
            <a:off x="0" y="0"/>
            <a:ext cx="6287513" cy="6858000"/>
            <a:chOff x="5904487" y="0"/>
            <a:chExt cx="6287513" cy="6858000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D4F80FB-CFE8-C80B-0B8A-813C6200E286}"/>
                </a:ext>
              </a:extLst>
            </p:cNvPr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gradFill>
              <a:gsLst>
                <a:gs pos="0">
                  <a:srgbClr val="75300D"/>
                </a:gs>
                <a:gs pos="100000">
                  <a:srgbClr val="441C08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BE7BD7FA-987E-4F46-7126-69555A56FBCF}"/>
                </a:ext>
              </a:extLst>
            </p:cNvPr>
            <p:cNvGrpSpPr/>
            <p:nvPr/>
          </p:nvGrpSpPr>
          <p:grpSpPr>
            <a:xfrm>
              <a:off x="5904487" y="565044"/>
              <a:ext cx="429954" cy="360000"/>
              <a:chOff x="5904487" y="565044"/>
              <a:chExt cx="429954" cy="360000"/>
            </a:xfrm>
          </p:grpSpPr>
          <p:sp>
            <p:nvSpPr>
              <p:cNvPr id="67" name="Rectángulo 66">
                <a:extLst>
                  <a:ext uri="{FF2B5EF4-FFF2-40B4-BE49-F238E27FC236}">
                    <a16:creationId xmlns:a16="http://schemas.microsoft.com/office/drawing/2014/main" id="{87152090-33BD-9337-61C8-8B7DEA43B35E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69" name="Arco de bloque 68">
                <a:extLst>
                  <a:ext uri="{FF2B5EF4-FFF2-40B4-BE49-F238E27FC236}">
                    <a16:creationId xmlns:a16="http://schemas.microsoft.com/office/drawing/2014/main" id="{8683717D-FF9E-E097-DE04-4F9E71847401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1" name="Rectángulo 70">
              <a:extLst>
                <a:ext uri="{FF2B5EF4-FFF2-40B4-BE49-F238E27FC236}">
                  <a16:creationId xmlns:a16="http://schemas.microsoft.com/office/drawing/2014/main" id="{F93B6055-6D0F-D7A1-0E58-9D40D0AD38AC}"/>
                </a:ext>
              </a:extLst>
            </p:cNvPr>
            <p:cNvSpPr/>
            <p:nvPr/>
          </p:nvSpPr>
          <p:spPr>
            <a:xfrm>
              <a:off x="6132035" y="954938"/>
              <a:ext cx="202406" cy="14525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73" name="Arco de bloque 72">
              <a:extLst>
                <a:ext uri="{FF2B5EF4-FFF2-40B4-BE49-F238E27FC236}">
                  <a16:creationId xmlns:a16="http://schemas.microsoft.com/office/drawing/2014/main" id="{FC475B5E-DB32-F49B-9E86-499ADFFF2BAA}"/>
                </a:ext>
              </a:extLst>
            </p:cNvPr>
            <p:cNvSpPr/>
            <p:nvPr/>
          </p:nvSpPr>
          <p:spPr>
            <a:xfrm>
              <a:off x="5904487" y="847566"/>
              <a:ext cx="360000" cy="360000"/>
            </a:xfrm>
            <a:prstGeom prst="blockArc">
              <a:avLst>
                <a:gd name="adj1" fmla="val 10800000"/>
                <a:gd name="adj2" fmla="val 21429327"/>
                <a:gd name="adj3" fmla="val 15005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>
                <a:solidFill>
                  <a:schemeClr val="tx1"/>
                </a:solidFill>
              </a:endParaRPr>
            </a:p>
          </p:txBody>
        </p:sp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5AC0F40E-95AE-2D7F-3B5D-152D80F1D48C}"/>
                </a:ext>
              </a:extLst>
            </p:cNvPr>
            <p:cNvGrpSpPr/>
            <p:nvPr/>
          </p:nvGrpSpPr>
          <p:grpSpPr>
            <a:xfrm>
              <a:off x="5904487" y="847566"/>
              <a:ext cx="429954" cy="360000"/>
              <a:chOff x="5904487" y="565044"/>
              <a:chExt cx="429954" cy="360000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FF5744E5-4D99-866A-CED3-02E5C14C26FE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7" name="Arco de bloque 6">
                <a:extLst>
                  <a:ext uri="{FF2B5EF4-FFF2-40B4-BE49-F238E27FC236}">
                    <a16:creationId xmlns:a16="http://schemas.microsoft.com/office/drawing/2014/main" id="{0D53B88D-7470-22AC-43D2-B16E40D89C36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DDF0C2BC-1C71-2898-0146-6250B3CAFEE5}"/>
                </a:ext>
              </a:extLst>
            </p:cNvPr>
            <p:cNvGrpSpPr/>
            <p:nvPr/>
          </p:nvGrpSpPr>
          <p:grpSpPr>
            <a:xfrm>
              <a:off x="5904487" y="1130088"/>
              <a:ext cx="429954" cy="360000"/>
              <a:chOff x="5904487" y="565044"/>
              <a:chExt cx="429954" cy="360000"/>
            </a:xfrm>
          </p:grpSpPr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9B8CC2F1-35D4-ABED-7265-681DE8C9AC30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0" name="Arco de bloque 9">
                <a:extLst>
                  <a:ext uri="{FF2B5EF4-FFF2-40B4-BE49-F238E27FC236}">
                    <a16:creationId xmlns:a16="http://schemas.microsoft.com/office/drawing/2014/main" id="{D265F857-53E1-99E5-938F-BEF035881CDE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80674174-D0AA-CABE-B1BC-79440BDC7DC9}"/>
                </a:ext>
              </a:extLst>
            </p:cNvPr>
            <p:cNvGrpSpPr/>
            <p:nvPr/>
          </p:nvGrpSpPr>
          <p:grpSpPr>
            <a:xfrm>
              <a:off x="5904487" y="1412610"/>
              <a:ext cx="429954" cy="360000"/>
              <a:chOff x="5904487" y="565044"/>
              <a:chExt cx="429954" cy="360000"/>
            </a:xfrm>
          </p:grpSpPr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1B78FCCB-47AC-C4D2-D5CB-04868528CBA0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3" name="Arco de bloque 12">
                <a:extLst>
                  <a:ext uri="{FF2B5EF4-FFF2-40B4-BE49-F238E27FC236}">
                    <a16:creationId xmlns:a16="http://schemas.microsoft.com/office/drawing/2014/main" id="{2A8AA06C-8496-BCFF-AF78-8A8A9119FCAB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386857E-FCB1-392D-F34F-6F99A9C6114D}"/>
                </a:ext>
              </a:extLst>
            </p:cNvPr>
            <p:cNvGrpSpPr/>
            <p:nvPr/>
          </p:nvGrpSpPr>
          <p:grpSpPr>
            <a:xfrm>
              <a:off x="5904487" y="1695132"/>
              <a:ext cx="429954" cy="360000"/>
              <a:chOff x="5904487" y="565044"/>
              <a:chExt cx="429954" cy="360000"/>
            </a:xfrm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0C4151BC-6565-C538-72AD-904E2AF11F2A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6" name="Arco de bloque 15">
                <a:extLst>
                  <a:ext uri="{FF2B5EF4-FFF2-40B4-BE49-F238E27FC236}">
                    <a16:creationId xmlns:a16="http://schemas.microsoft.com/office/drawing/2014/main" id="{F6167C86-5B62-0E48-2296-BB3E01A96C0E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79BC09D1-A388-C699-328E-BDC0EEAB064F}"/>
                </a:ext>
              </a:extLst>
            </p:cNvPr>
            <p:cNvGrpSpPr/>
            <p:nvPr/>
          </p:nvGrpSpPr>
          <p:grpSpPr>
            <a:xfrm>
              <a:off x="5904487" y="1977654"/>
              <a:ext cx="429954" cy="360000"/>
              <a:chOff x="5904487" y="565044"/>
              <a:chExt cx="429954" cy="360000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78069032-D2FF-1099-F41A-7EE93A779A8B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9" name="Arco de bloque 18">
                <a:extLst>
                  <a:ext uri="{FF2B5EF4-FFF2-40B4-BE49-F238E27FC236}">
                    <a16:creationId xmlns:a16="http://schemas.microsoft.com/office/drawing/2014/main" id="{330330D4-0FCB-1733-9068-73D7F00112B0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A0832557-B625-3A29-7615-850E9E2F0BDC}"/>
                </a:ext>
              </a:extLst>
            </p:cNvPr>
            <p:cNvGrpSpPr/>
            <p:nvPr/>
          </p:nvGrpSpPr>
          <p:grpSpPr>
            <a:xfrm>
              <a:off x="5904487" y="2260176"/>
              <a:ext cx="429954" cy="360000"/>
              <a:chOff x="5904487" y="565044"/>
              <a:chExt cx="429954" cy="360000"/>
            </a:xfrm>
          </p:grpSpPr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5E14144D-BEF0-127D-C5A6-B7E605C05338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2" name="Arco de bloque 21">
                <a:extLst>
                  <a:ext uri="{FF2B5EF4-FFF2-40B4-BE49-F238E27FC236}">
                    <a16:creationId xmlns:a16="http://schemas.microsoft.com/office/drawing/2014/main" id="{9890B916-1B06-3251-7BCC-9712FA6232E7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36A3F429-804A-5003-78C6-4860AC7F3DAE}"/>
                </a:ext>
              </a:extLst>
            </p:cNvPr>
            <p:cNvGrpSpPr/>
            <p:nvPr/>
          </p:nvGrpSpPr>
          <p:grpSpPr>
            <a:xfrm>
              <a:off x="5904487" y="2542698"/>
              <a:ext cx="429954" cy="360000"/>
              <a:chOff x="5904487" y="565044"/>
              <a:chExt cx="429954" cy="360000"/>
            </a:xfrm>
          </p:grpSpPr>
          <p:sp>
            <p:nvSpPr>
              <p:cNvPr id="24" name="Rectángulo 23">
                <a:extLst>
                  <a:ext uri="{FF2B5EF4-FFF2-40B4-BE49-F238E27FC236}">
                    <a16:creationId xmlns:a16="http://schemas.microsoft.com/office/drawing/2014/main" id="{58C21CEC-4ADB-0857-834F-31F40CDE46B4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5" name="Arco de bloque 24">
                <a:extLst>
                  <a:ext uri="{FF2B5EF4-FFF2-40B4-BE49-F238E27FC236}">
                    <a16:creationId xmlns:a16="http://schemas.microsoft.com/office/drawing/2014/main" id="{C6241A4D-5FE5-E7F7-58EF-F8C4920A4249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1094F983-9B6E-7E0A-414D-7D85819C6E06}"/>
                </a:ext>
              </a:extLst>
            </p:cNvPr>
            <p:cNvGrpSpPr/>
            <p:nvPr/>
          </p:nvGrpSpPr>
          <p:grpSpPr>
            <a:xfrm>
              <a:off x="5904487" y="2825220"/>
              <a:ext cx="429954" cy="360000"/>
              <a:chOff x="5904487" y="565044"/>
              <a:chExt cx="429954" cy="360000"/>
            </a:xfrm>
          </p:grpSpPr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D8C5C1D8-CB18-EF77-4B30-36FF27CAC902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8" name="Arco de bloque 27">
                <a:extLst>
                  <a:ext uri="{FF2B5EF4-FFF2-40B4-BE49-F238E27FC236}">
                    <a16:creationId xmlns:a16="http://schemas.microsoft.com/office/drawing/2014/main" id="{3C83246D-201A-5AE4-43CC-2DDF3B9377A7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EA841AC5-50F3-15C8-9403-990E74EEB018}"/>
                </a:ext>
              </a:extLst>
            </p:cNvPr>
            <p:cNvGrpSpPr/>
            <p:nvPr/>
          </p:nvGrpSpPr>
          <p:grpSpPr>
            <a:xfrm>
              <a:off x="5904487" y="3107742"/>
              <a:ext cx="429954" cy="360000"/>
              <a:chOff x="5904487" y="565044"/>
              <a:chExt cx="429954" cy="360000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9CE58694-C4A4-7BCB-1AB7-3F11A7F92158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31" name="Arco de bloque 30">
                <a:extLst>
                  <a:ext uri="{FF2B5EF4-FFF2-40B4-BE49-F238E27FC236}">
                    <a16:creationId xmlns:a16="http://schemas.microsoft.com/office/drawing/2014/main" id="{B440A60D-3982-1B71-AE31-51E75A3FF7E9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42606A7A-8676-93B6-7AEA-C6EF5440207A}"/>
                </a:ext>
              </a:extLst>
            </p:cNvPr>
            <p:cNvGrpSpPr/>
            <p:nvPr/>
          </p:nvGrpSpPr>
          <p:grpSpPr>
            <a:xfrm>
              <a:off x="5904487" y="3390264"/>
              <a:ext cx="429954" cy="360000"/>
              <a:chOff x="5904487" y="565044"/>
              <a:chExt cx="429954" cy="360000"/>
            </a:xfrm>
          </p:grpSpPr>
          <p:sp>
            <p:nvSpPr>
              <p:cNvPr id="65" name="Rectángulo 64">
                <a:extLst>
                  <a:ext uri="{FF2B5EF4-FFF2-40B4-BE49-F238E27FC236}">
                    <a16:creationId xmlns:a16="http://schemas.microsoft.com/office/drawing/2014/main" id="{E2777721-BF26-C058-8923-0F26B30FFD75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50" name="Arco de bloque 149">
                <a:extLst>
                  <a:ext uri="{FF2B5EF4-FFF2-40B4-BE49-F238E27FC236}">
                    <a16:creationId xmlns:a16="http://schemas.microsoft.com/office/drawing/2014/main" id="{6B212FE7-48C3-5ED1-A5D0-8F25776CA7CF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1" name="Grupo 150">
              <a:extLst>
                <a:ext uri="{FF2B5EF4-FFF2-40B4-BE49-F238E27FC236}">
                  <a16:creationId xmlns:a16="http://schemas.microsoft.com/office/drawing/2014/main" id="{5DD45F04-4E62-78E2-3D71-B6A098839245}"/>
                </a:ext>
              </a:extLst>
            </p:cNvPr>
            <p:cNvGrpSpPr/>
            <p:nvPr/>
          </p:nvGrpSpPr>
          <p:grpSpPr>
            <a:xfrm>
              <a:off x="5904487" y="3672786"/>
              <a:ext cx="429954" cy="360000"/>
              <a:chOff x="5904487" y="565044"/>
              <a:chExt cx="429954" cy="360000"/>
            </a:xfrm>
          </p:grpSpPr>
          <p:sp>
            <p:nvSpPr>
              <p:cNvPr id="152" name="Rectángulo 151">
                <a:extLst>
                  <a:ext uri="{FF2B5EF4-FFF2-40B4-BE49-F238E27FC236}">
                    <a16:creationId xmlns:a16="http://schemas.microsoft.com/office/drawing/2014/main" id="{8E0AD331-8091-C756-3233-456CBA527024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53" name="Arco de bloque 152">
                <a:extLst>
                  <a:ext uri="{FF2B5EF4-FFF2-40B4-BE49-F238E27FC236}">
                    <a16:creationId xmlns:a16="http://schemas.microsoft.com/office/drawing/2014/main" id="{AD4AFCFB-6346-FA04-6678-DF5106FFE923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4" name="Grupo 153">
              <a:extLst>
                <a:ext uri="{FF2B5EF4-FFF2-40B4-BE49-F238E27FC236}">
                  <a16:creationId xmlns:a16="http://schemas.microsoft.com/office/drawing/2014/main" id="{2B36DB7E-4A2F-DE25-547F-560482C96A53}"/>
                </a:ext>
              </a:extLst>
            </p:cNvPr>
            <p:cNvGrpSpPr/>
            <p:nvPr/>
          </p:nvGrpSpPr>
          <p:grpSpPr>
            <a:xfrm>
              <a:off x="5904487" y="3955308"/>
              <a:ext cx="429954" cy="360000"/>
              <a:chOff x="5904487" y="565044"/>
              <a:chExt cx="429954" cy="360000"/>
            </a:xfrm>
          </p:grpSpPr>
          <p:sp>
            <p:nvSpPr>
              <p:cNvPr id="156" name="Rectángulo 155">
                <a:extLst>
                  <a:ext uri="{FF2B5EF4-FFF2-40B4-BE49-F238E27FC236}">
                    <a16:creationId xmlns:a16="http://schemas.microsoft.com/office/drawing/2014/main" id="{4D6A1B1D-B87F-3C20-F6F0-BEA037FDDF8F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57" name="Arco de bloque 156">
                <a:extLst>
                  <a:ext uri="{FF2B5EF4-FFF2-40B4-BE49-F238E27FC236}">
                    <a16:creationId xmlns:a16="http://schemas.microsoft.com/office/drawing/2014/main" id="{55CA5B56-1CDB-DD5B-3655-F8B9521037F7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1" name="Grupo 180">
              <a:extLst>
                <a:ext uri="{FF2B5EF4-FFF2-40B4-BE49-F238E27FC236}">
                  <a16:creationId xmlns:a16="http://schemas.microsoft.com/office/drawing/2014/main" id="{F6D411AC-9976-1D6F-45EA-4C71F47C2E34}"/>
                </a:ext>
              </a:extLst>
            </p:cNvPr>
            <p:cNvGrpSpPr/>
            <p:nvPr/>
          </p:nvGrpSpPr>
          <p:grpSpPr>
            <a:xfrm>
              <a:off x="5904487" y="4237830"/>
              <a:ext cx="429954" cy="360000"/>
              <a:chOff x="5904487" y="565044"/>
              <a:chExt cx="429954" cy="360000"/>
            </a:xfrm>
          </p:grpSpPr>
          <p:sp>
            <p:nvSpPr>
              <p:cNvPr id="182" name="Rectángulo 181">
                <a:extLst>
                  <a:ext uri="{FF2B5EF4-FFF2-40B4-BE49-F238E27FC236}">
                    <a16:creationId xmlns:a16="http://schemas.microsoft.com/office/drawing/2014/main" id="{ABD134A6-FB30-E031-069F-9B376CCEC935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83" name="Arco de bloque 182">
                <a:extLst>
                  <a:ext uri="{FF2B5EF4-FFF2-40B4-BE49-F238E27FC236}">
                    <a16:creationId xmlns:a16="http://schemas.microsoft.com/office/drawing/2014/main" id="{6111B1E8-701E-E2B0-DE63-2C1D87385826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4" name="Grupo 183">
              <a:extLst>
                <a:ext uri="{FF2B5EF4-FFF2-40B4-BE49-F238E27FC236}">
                  <a16:creationId xmlns:a16="http://schemas.microsoft.com/office/drawing/2014/main" id="{99D867B1-BC1D-2A38-609D-C146FB135E61}"/>
                </a:ext>
              </a:extLst>
            </p:cNvPr>
            <p:cNvGrpSpPr/>
            <p:nvPr/>
          </p:nvGrpSpPr>
          <p:grpSpPr>
            <a:xfrm>
              <a:off x="5904487" y="4520352"/>
              <a:ext cx="429954" cy="360000"/>
              <a:chOff x="5904487" y="565044"/>
              <a:chExt cx="429954" cy="360000"/>
            </a:xfrm>
          </p:grpSpPr>
          <p:sp>
            <p:nvSpPr>
              <p:cNvPr id="185" name="Rectángulo 184">
                <a:extLst>
                  <a:ext uri="{FF2B5EF4-FFF2-40B4-BE49-F238E27FC236}">
                    <a16:creationId xmlns:a16="http://schemas.microsoft.com/office/drawing/2014/main" id="{C5BE44A5-DD35-BC04-2661-4D99943BB207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87" name="Arco de bloque 186">
                <a:extLst>
                  <a:ext uri="{FF2B5EF4-FFF2-40B4-BE49-F238E27FC236}">
                    <a16:creationId xmlns:a16="http://schemas.microsoft.com/office/drawing/2014/main" id="{0DEF114C-4877-33DF-EDB1-95B41AA969A4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88" name="Grupo 187">
              <a:extLst>
                <a:ext uri="{FF2B5EF4-FFF2-40B4-BE49-F238E27FC236}">
                  <a16:creationId xmlns:a16="http://schemas.microsoft.com/office/drawing/2014/main" id="{68664068-2D59-7B5A-A520-FC8B36F35471}"/>
                </a:ext>
              </a:extLst>
            </p:cNvPr>
            <p:cNvGrpSpPr/>
            <p:nvPr/>
          </p:nvGrpSpPr>
          <p:grpSpPr>
            <a:xfrm>
              <a:off x="5904487" y="4802874"/>
              <a:ext cx="429954" cy="360000"/>
              <a:chOff x="5904487" y="565044"/>
              <a:chExt cx="429954" cy="360000"/>
            </a:xfrm>
          </p:grpSpPr>
          <p:sp>
            <p:nvSpPr>
              <p:cNvPr id="189" name="Rectángulo 188">
                <a:extLst>
                  <a:ext uri="{FF2B5EF4-FFF2-40B4-BE49-F238E27FC236}">
                    <a16:creationId xmlns:a16="http://schemas.microsoft.com/office/drawing/2014/main" id="{D339850B-6353-E1EA-9338-214C675D3288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90" name="Arco de bloque 189">
                <a:extLst>
                  <a:ext uri="{FF2B5EF4-FFF2-40B4-BE49-F238E27FC236}">
                    <a16:creationId xmlns:a16="http://schemas.microsoft.com/office/drawing/2014/main" id="{A2E74C08-8BF1-010A-CF6E-E55672ADF5E1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1" name="Grupo 190">
              <a:extLst>
                <a:ext uri="{FF2B5EF4-FFF2-40B4-BE49-F238E27FC236}">
                  <a16:creationId xmlns:a16="http://schemas.microsoft.com/office/drawing/2014/main" id="{9421A336-247F-2797-FBCB-9FADABBB6AB7}"/>
                </a:ext>
              </a:extLst>
            </p:cNvPr>
            <p:cNvGrpSpPr/>
            <p:nvPr/>
          </p:nvGrpSpPr>
          <p:grpSpPr>
            <a:xfrm>
              <a:off x="5904487" y="5085396"/>
              <a:ext cx="429954" cy="360000"/>
              <a:chOff x="5904487" y="565044"/>
              <a:chExt cx="429954" cy="360000"/>
            </a:xfrm>
          </p:grpSpPr>
          <p:sp>
            <p:nvSpPr>
              <p:cNvPr id="192" name="Rectángulo 191">
                <a:extLst>
                  <a:ext uri="{FF2B5EF4-FFF2-40B4-BE49-F238E27FC236}">
                    <a16:creationId xmlns:a16="http://schemas.microsoft.com/office/drawing/2014/main" id="{56DF4C0B-84B6-3065-2470-BE8A1D8E6630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93" name="Arco de bloque 192">
                <a:extLst>
                  <a:ext uri="{FF2B5EF4-FFF2-40B4-BE49-F238E27FC236}">
                    <a16:creationId xmlns:a16="http://schemas.microsoft.com/office/drawing/2014/main" id="{A84DD8D3-818B-1993-3DB9-76706C45ED3E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4" name="Grupo 193">
              <a:extLst>
                <a:ext uri="{FF2B5EF4-FFF2-40B4-BE49-F238E27FC236}">
                  <a16:creationId xmlns:a16="http://schemas.microsoft.com/office/drawing/2014/main" id="{1A9CBAEA-E514-941A-36E8-29E1A442D51E}"/>
                </a:ext>
              </a:extLst>
            </p:cNvPr>
            <p:cNvGrpSpPr/>
            <p:nvPr/>
          </p:nvGrpSpPr>
          <p:grpSpPr>
            <a:xfrm>
              <a:off x="5904487" y="5367918"/>
              <a:ext cx="429954" cy="360000"/>
              <a:chOff x="5904487" y="565044"/>
              <a:chExt cx="429954" cy="360000"/>
            </a:xfrm>
          </p:grpSpPr>
          <p:sp>
            <p:nvSpPr>
              <p:cNvPr id="195" name="Rectángulo 194">
                <a:extLst>
                  <a:ext uri="{FF2B5EF4-FFF2-40B4-BE49-F238E27FC236}">
                    <a16:creationId xmlns:a16="http://schemas.microsoft.com/office/drawing/2014/main" id="{A520C6CE-B5D9-AE32-57B4-CDCDCF4F8E60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96" name="Arco de bloque 195">
                <a:extLst>
                  <a:ext uri="{FF2B5EF4-FFF2-40B4-BE49-F238E27FC236}">
                    <a16:creationId xmlns:a16="http://schemas.microsoft.com/office/drawing/2014/main" id="{79232974-53E5-FDF7-715F-E8EC3CAB64EE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7" name="Grupo 196">
              <a:extLst>
                <a:ext uri="{FF2B5EF4-FFF2-40B4-BE49-F238E27FC236}">
                  <a16:creationId xmlns:a16="http://schemas.microsoft.com/office/drawing/2014/main" id="{EA4621B9-B6AA-DF28-BEDE-AD20EBBFDB3C}"/>
                </a:ext>
              </a:extLst>
            </p:cNvPr>
            <p:cNvGrpSpPr/>
            <p:nvPr/>
          </p:nvGrpSpPr>
          <p:grpSpPr>
            <a:xfrm>
              <a:off x="5904487" y="5650440"/>
              <a:ext cx="429954" cy="360000"/>
              <a:chOff x="5904487" y="565044"/>
              <a:chExt cx="429954" cy="360000"/>
            </a:xfrm>
          </p:grpSpPr>
          <p:sp>
            <p:nvSpPr>
              <p:cNvPr id="198" name="Rectángulo 197">
                <a:extLst>
                  <a:ext uri="{FF2B5EF4-FFF2-40B4-BE49-F238E27FC236}">
                    <a16:creationId xmlns:a16="http://schemas.microsoft.com/office/drawing/2014/main" id="{5C4FA6CE-7090-456C-059B-7154AFA11117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199" name="Arco de bloque 198">
                <a:extLst>
                  <a:ext uri="{FF2B5EF4-FFF2-40B4-BE49-F238E27FC236}">
                    <a16:creationId xmlns:a16="http://schemas.microsoft.com/office/drawing/2014/main" id="{D965B2F5-61B0-A3F3-C5C8-4EC97814E38B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0" name="Grupo 199">
              <a:extLst>
                <a:ext uri="{FF2B5EF4-FFF2-40B4-BE49-F238E27FC236}">
                  <a16:creationId xmlns:a16="http://schemas.microsoft.com/office/drawing/2014/main" id="{5FF61265-C68F-FB3C-1637-570FE746AFEE}"/>
                </a:ext>
              </a:extLst>
            </p:cNvPr>
            <p:cNvGrpSpPr/>
            <p:nvPr/>
          </p:nvGrpSpPr>
          <p:grpSpPr>
            <a:xfrm>
              <a:off x="5904487" y="5932962"/>
              <a:ext cx="429954" cy="360000"/>
              <a:chOff x="5904487" y="565044"/>
              <a:chExt cx="429954" cy="360000"/>
            </a:xfrm>
          </p:grpSpPr>
          <p:sp>
            <p:nvSpPr>
              <p:cNvPr id="201" name="Rectángulo 200">
                <a:extLst>
                  <a:ext uri="{FF2B5EF4-FFF2-40B4-BE49-F238E27FC236}">
                    <a16:creationId xmlns:a16="http://schemas.microsoft.com/office/drawing/2014/main" id="{FEA7DA12-31DF-B3E1-9721-20160F68A000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02" name="Arco de bloque 201">
                <a:extLst>
                  <a:ext uri="{FF2B5EF4-FFF2-40B4-BE49-F238E27FC236}">
                    <a16:creationId xmlns:a16="http://schemas.microsoft.com/office/drawing/2014/main" id="{CAEFA6D6-2FE0-977D-4734-22C7F28485BC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3" name="Grupo 202">
              <a:extLst>
                <a:ext uri="{FF2B5EF4-FFF2-40B4-BE49-F238E27FC236}">
                  <a16:creationId xmlns:a16="http://schemas.microsoft.com/office/drawing/2014/main" id="{0C5D5906-721E-7192-14BA-EC5C36BD03CB}"/>
                </a:ext>
              </a:extLst>
            </p:cNvPr>
            <p:cNvGrpSpPr/>
            <p:nvPr/>
          </p:nvGrpSpPr>
          <p:grpSpPr>
            <a:xfrm>
              <a:off x="5904487" y="6215484"/>
              <a:ext cx="429954" cy="360000"/>
              <a:chOff x="5904487" y="565044"/>
              <a:chExt cx="429954" cy="360000"/>
            </a:xfrm>
          </p:grpSpPr>
          <p:sp>
            <p:nvSpPr>
              <p:cNvPr id="204" name="Rectángulo 203">
                <a:extLst>
                  <a:ext uri="{FF2B5EF4-FFF2-40B4-BE49-F238E27FC236}">
                    <a16:creationId xmlns:a16="http://schemas.microsoft.com/office/drawing/2014/main" id="{2318E229-3A32-C4C9-B612-6025E01EF86B}"/>
                  </a:ext>
                </a:extLst>
              </p:cNvPr>
              <p:cNvSpPr/>
              <p:nvPr/>
            </p:nvSpPr>
            <p:spPr>
              <a:xfrm>
                <a:off x="6132035" y="672416"/>
                <a:ext cx="202406" cy="145256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05" name="Arco de bloque 204">
                <a:extLst>
                  <a:ext uri="{FF2B5EF4-FFF2-40B4-BE49-F238E27FC236}">
                    <a16:creationId xmlns:a16="http://schemas.microsoft.com/office/drawing/2014/main" id="{9C49A34A-40CA-93F3-873F-4D5171E803A0}"/>
                  </a:ext>
                </a:extLst>
              </p:cNvPr>
              <p:cNvSpPr/>
              <p:nvPr/>
            </p:nvSpPr>
            <p:spPr>
              <a:xfrm>
                <a:off x="5904487" y="565044"/>
                <a:ext cx="360000" cy="360000"/>
              </a:xfrm>
              <a:prstGeom prst="blockArc">
                <a:avLst>
                  <a:gd name="adj1" fmla="val 5073989"/>
                  <a:gd name="adj2" fmla="val 21429327"/>
                  <a:gd name="adj3" fmla="val 15005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5136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8039</TotalTime>
  <Words>2302</Words>
  <Application>Microsoft Office PowerPoint</Application>
  <PresentationFormat>Panorámica</PresentationFormat>
  <Paragraphs>219</Paragraphs>
  <Slides>19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Arial</vt:lpstr>
      <vt:lpstr>Britannic Bold</vt:lpstr>
      <vt:lpstr>Comic Sans MS</vt:lpstr>
      <vt:lpstr>Franklin Gothic Demi</vt:lpstr>
      <vt:lpstr>Inter</vt:lpstr>
      <vt:lpstr>Lucida Bright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perez</dc:creator>
  <cp:lastModifiedBy>ignacio perez</cp:lastModifiedBy>
  <cp:revision>36</cp:revision>
  <dcterms:created xsi:type="dcterms:W3CDTF">2024-10-19T03:33:13Z</dcterms:created>
  <dcterms:modified xsi:type="dcterms:W3CDTF">2025-08-13T19:58:52Z</dcterms:modified>
</cp:coreProperties>
</file>